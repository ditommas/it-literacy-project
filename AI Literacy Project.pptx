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1025" r:id="rId3"/>
    <p:sldId id="1048" r:id="rId4"/>
    <p:sldId id="1049" r:id="rId5"/>
    <p:sldId id="272" r:id="rId6"/>
    <p:sldId id="340" r:id="rId7"/>
    <p:sldId id="258" r:id="rId8"/>
    <p:sldId id="264" r:id="rId9"/>
    <p:sldId id="265" r:id="rId10"/>
    <p:sldId id="266" r:id="rId11"/>
    <p:sldId id="331" r:id="rId12"/>
    <p:sldId id="269" r:id="rId13"/>
    <p:sldId id="333" r:id="rId14"/>
    <p:sldId id="1035" r:id="rId15"/>
    <p:sldId id="277" r:id="rId16"/>
    <p:sldId id="1036" r:id="rId17"/>
    <p:sldId id="1037" r:id="rId18"/>
    <p:sldId id="290" r:id="rId19"/>
    <p:sldId id="1038" r:id="rId20"/>
    <p:sldId id="281" r:id="rId21"/>
    <p:sldId id="280" r:id="rId22"/>
    <p:sldId id="283" r:id="rId23"/>
    <p:sldId id="284" r:id="rId24"/>
    <p:sldId id="286" r:id="rId25"/>
    <p:sldId id="1039" r:id="rId26"/>
    <p:sldId id="1040" r:id="rId27"/>
    <p:sldId id="288" r:id="rId28"/>
    <p:sldId id="304" r:id="rId29"/>
    <p:sldId id="1041" r:id="rId30"/>
    <p:sldId id="297" r:id="rId31"/>
    <p:sldId id="1042" r:id="rId32"/>
    <p:sldId id="1043" r:id="rId33"/>
    <p:sldId id="267" r:id="rId34"/>
    <p:sldId id="1026" r:id="rId35"/>
    <p:sldId id="1044" r:id="rId36"/>
    <p:sldId id="1029" r:id="rId37"/>
    <p:sldId id="1030" r:id="rId38"/>
    <p:sldId id="1031" r:id="rId39"/>
    <p:sldId id="1032" r:id="rId40"/>
    <p:sldId id="1033" r:id="rId41"/>
    <p:sldId id="1034" r:id="rId42"/>
    <p:sldId id="274" r:id="rId43"/>
    <p:sldId id="275" r:id="rId44"/>
    <p:sldId id="332" r:id="rId45"/>
    <p:sldId id="273" r:id="rId46"/>
    <p:sldId id="270" r:id="rId47"/>
    <p:sldId id="433" r:id="rId48"/>
    <p:sldId id="382" r:id="rId49"/>
    <p:sldId id="435" r:id="rId50"/>
    <p:sldId id="1045" r:id="rId51"/>
    <p:sldId id="436" r:id="rId52"/>
    <p:sldId id="1046" r:id="rId53"/>
    <p:sldId id="1047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44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s Di Tommaso" userId="9e91bd95-ca2b-452f-ac66-318b830ef770" providerId="ADAL" clId="{2124A0C8-6DDD-437B-B996-CB8716A61B60}"/>
    <pc:docChg chg="undo custSel addSld delSld modSld sldOrd">
      <pc:chgData name="Devis Di Tommaso" userId="9e91bd95-ca2b-452f-ac66-318b830ef770" providerId="ADAL" clId="{2124A0C8-6DDD-437B-B996-CB8716A61B60}" dt="2026-05-04T09:23:55.275" v="444" actId="122"/>
      <pc:docMkLst>
        <pc:docMk/>
      </pc:docMkLst>
      <pc:sldChg chg="modSp mod">
        <pc:chgData name="Devis Di Tommaso" userId="9e91bd95-ca2b-452f-ac66-318b830ef770" providerId="ADAL" clId="{2124A0C8-6DDD-437B-B996-CB8716A61B60}" dt="2026-04-28T11:44:31.379" v="400" actId="1035"/>
        <pc:sldMkLst>
          <pc:docMk/>
          <pc:sldMk cId="4102458680" sldId="256"/>
        </pc:sldMkLst>
        <pc:spChg chg="mod">
          <ac:chgData name="Devis Di Tommaso" userId="9e91bd95-ca2b-452f-ac66-318b830ef770" providerId="ADAL" clId="{2124A0C8-6DDD-437B-B996-CB8716A61B60}" dt="2026-04-28T11:44:23.662" v="377" actId="27636"/>
          <ac:spMkLst>
            <pc:docMk/>
            <pc:sldMk cId="4102458680" sldId="256"/>
            <ac:spMk id="2" creationId="{3BB54A87-A5E3-5CCB-5733-F719F020CDEC}"/>
          </ac:spMkLst>
        </pc:spChg>
        <pc:spChg chg="mod">
          <ac:chgData name="Devis Di Tommaso" userId="9e91bd95-ca2b-452f-ac66-318b830ef770" providerId="ADAL" clId="{2124A0C8-6DDD-437B-B996-CB8716A61B60}" dt="2026-04-28T11:44:31.379" v="400" actId="1035"/>
          <ac:spMkLst>
            <pc:docMk/>
            <pc:sldMk cId="4102458680" sldId="256"/>
            <ac:spMk id="3" creationId="{FDFEE416-038A-0446-EF44-9B5B916C8540}"/>
          </ac:spMkLst>
        </pc:spChg>
      </pc:sldChg>
      <pc:sldChg chg="modSp mod">
        <pc:chgData name="Devis Di Tommaso" userId="9e91bd95-ca2b-452f-ac66-318b830ef770" providerId="ADAL" clId="{2124A0C8-6DDD-437B-B996-CB8716A61B60}" dt="2026-04-28T07:42:59.765" v="37" actId="404"/>
        <pc:sldMkLst>
          <pc:docMk/>
          <pc:sldMk cId="2407418659" sldId="267"/>
        </pc:sldMkLst>
        <pc:spChg chg="mod">
          <ac:chgData name="Devis Di Tommaso" userId="9e91bd95-ca2b-452f-ac66-318b830ef770" providerId="ADAL" clId="{2124A0C8-6DDD-437B-B996-CB8716A61B60}" dt="2026-04-28T07:42:59.765" v="37" actId="404"/>
          <ac:spMkLst>
            <pc:docMk/>
            <pc:sldMk cId="2407418659" sldId="267"/>
            <ac:spMk id="23" creationId="{7C5D9178-00A1-271F-6142-6D81934C3299}"/>
          </ac:spMkLst>
        </pc:spChg>
      </pc:sldChg>
      <pc:sldChg chg="modSp mod">
        <pc:chgData name="Devis Di Tommaso" userId="9e91bd95-ca2b-452f-ac66-318b830ef770" providerId="ADAL" clId="{2124A0C8-6DDD-437B-B996-CB8716A61B60}" dt="2026-04-28T07:03:56.943" v="0" actId="113"/>
        <pc:sldMkLst>
          <pc:docMk/>
          <pc:sldMk cId="2692734439" sldId="269"/>
        </pc:sldMkLst>
        <pc:spChg chg="mod">
          <ac:chgData name="Devis Di Tommaso" userId="9e91bd95-ca2b-452f-ac66-318b830ef770" providerId="ADAL" clId="{2124A0C8-6DDD-437B-B996-CB8716A61B60}" dt="2026-04-28T07:03:56.943" v="0" actId="113"/>
          <ac:spMkLst>
            <pc:docMk/>
            <pc:sldMk cId="2692734439" sldId="269"/>
            <ac:spMk id="3" creationId="{CFC70BDA-2B3D-D244-FEF9-2AC3AAB82A84}"/>
          </ac:spMkLst>
        </pc:spChg>
      </pc:sldChg>
      <pc:sldChg chg="modSp mod">
        <pc:chgData name="Devis Di Tommaso" userId="9e91bd95-ca2b-452f-ac66-318b830ef770" providerId="ADAL" clId="{2124A0C8-6DDD-437B-B996-CB8716A61B60}" dt="2026-04-28T11:45:21.443" v="430" actId="20577"/>
        <pc:sldMkLst>
          <pc:docMk/>
          <pc:sldMk cId="3367006963" sldId="272"/>
        </pc:sldMkLst>
        <pc:spChg chg="mod">
          <ac:chgData name="Devis Di Tommaso" userId="9e91bd95-ca2b-452f-ac66-318b830ef770" providerId="ADAL" clId="{2124A0C8-6DDD-437B-B996-CB8716A61B60}" dt="2026-04-28T11:45:21.443" v="430" actId="20577"/>
          <ac:spMkLst>
            <pc:docMk/>
            <pc:sldMk cId="3367006963" sldId="272"/>
            <ac:spMk id="3" creationId="{7DB952DE-3E7B-16A4-A77E-C53BCF2364F2}"/>
          </ac:spMkLst>
        </pc:spChg>
      </pc:sldChg>
      <pc:sldChg chg="ord">
        <pc:chgData name="Devis Di Tommaso" userId="9e91bd95-ca2b-452f-ac66-318b830ef770" providerId="ADAL" clId="{2124A0C8-6DDD-437B-B996-CB8716A61B60}" dt="2026-04-28T08:18:18.621" v="84"/>
        <pc:sldMkLst>
          <pc:docMk/>
          <pc:sldMk cId="1154596612" sldId="274"/>
        </pc:sldMkLst>
      </pc:sldChg>
      <pc:sldChg chg="ord">
        <pc:chgData name="Devis Di Tommaso" userId="9e91bd95-ca2b-452f-ac66-318b830ef770" providerId="ADAL" clId="{2124A0C8-6DDD-437B-B996-CB8716A61B60}" dt="2026-04-28T08:18:18.621" v="84"/>
        <pc:sldMkLst>
          <pc:docMk/>
          <pc:sldMk cId="1673121250" sldId="275"/>
        </pc:sldMkLst>
      </pc:sldChg>
      <pc:sldChg chg="ord">
        <pc:chgData name="Devis Di Tommaso" userId="9e91bd95-ca2b-452f-ac66-318b830ef770" providerId="ADAL" clId="{2124A0C8-6DDD-437B-B996-CB8716A61B60}" dt="2026-04-28T08:18:18.621" v="84"/>
        <pc:sldMkLst>
          <pc:docMk/>
          <pc:sldMk cId="3089961651" sldId="332"/>
        </pc:sldMkLst>
      </pc:sldChg>
      <pc:sldChg chg="addSp delSp modSp add mod">
        <pc:chgData name="Devis Di Tommaso" userId="9e91bd95-ca2b-452f-ac66-318b830ef770" providerId="ADAL" clId="{2124A0C8-6DDD-437B-B996-CB8716A61B60}" dt="2026-04-28T08:26:29.424" v="167" actId="478"/>
        <pc:sldMkLst>
          <pc:docMk/>
          <pc:sldMk cId="3589250763" sldId="382"/>
        </pc:sldMkLst>
        <pc:spChg chg="add mod">
          <ac:chgData name="Devis Di Tommaso" userId="9e91bd95-ca2b-452f-ac66-318b830ef770" providerId="ADAL" clId="{2124A0C8-6DDD-437B-B996-CB8716A61B60}" dt="2026-04-28T08:26:16.463" v="164" actId="20577"/>
          <ac:spMkLst>
            <pc:docMk/>
            <pc:sldMk cId="3589250763" sldId="382"/>
            <ac:spMk id="3" creationId="{FF1888F1-ED9F-BE57-5F3C-380A4C857746}"/>
          </ac:spMkLst>
        </pc:spChg>
      </pc:sldChg>
      <pc:sldChg chg="addSp delSp modSp add mod">
        <pc:chgData name="Devis Di Tommaso" userId="9e91bd95-ca2b-452f-ac66-318b830ef770" providerId="ADAL" clId="{2124A0C8-6DDD-437B-B996-CB8716A61B60}" dt="2026-04-28T09:40:51.867" v="218" actId="27636"/>
        <pc:sldMkLst>
          <pc:docMk/>
          <pc:sldMk cId="2251905231" sldId="433"/>
        </pc:sldMkLst>
        <pc:spChg chg="mod">
          <ac:chgData name="Devis Di Tommaso" userId="9e91bd95-ca2b-452f-ac66-318b830ef770" providerId="ADAL" clId="{2124A0C8-6DDD-437B-B996-CB8716A61B60}" dt="2026-04-28T09:40:51.867" v="218" actId="27636"/>
          <ac:spMkLst>
            <pc:docMk/>
            <pc:sldMk cId="2251905231" sldId="433"/>
            <ac:spMk id="2" creationId="{0B5DF83F-B162-C477-FB35-63B9D3B6E4D5}"/>
          </ac:spMkLst>
        </pc:spChg>
        <pc:picChg chg="add mod">
          <ac:chgData name="Devis Di Tommaso" userId="9e91bd95-ca2b-452f-ac66-318b830ef770" providerId="ADAL" clId="{2124A0C8-6DDD-437B-B996-CB8716A61B60}" dt="2026-04-28T09:40:45.455" v="205" actId="1036"/>
          <ac:picMkLst>
            <pc:docMk/>
            <pc:sldMk cId="2251905231" sldId="433"/>
            <ac:picMk id="4" creationId="{3B55A934-507A-231B-B09B-1A2DAF27876A}"/>
          </ac:picMkLst>
        </pc:picChg>
      </pc:sldChg>
      <pc:sldChg chg="add">
        <pc:chgData name="Devis Di Tommaso" userId="9e91bd95-ca2b-452f-ac66-318b830ef770" providerId="ADAL" clId="{2124A0C8-6DDD-437B-B996-CB8716A61B60}" dt="2026-04-28T08:24:55.419" v="111"/>
        <pc:sldMkLst>
          <pc:docMk/>
          <pc:sldMk cId="3675879179" sldId="435"/>
        </pc:sldMkLst>
      </pc:sldChg>
      <pc:sldChg chg="delSp modSp add mod">
        <pc:chgData name="Devis Di Tommaso" userId="9e91bd95-ca2b-452f-ac66-318b830ef770" providerId="ADAL" clId="{2124A0C8-6DDD-437B-B996-CB8716A61B60}" dt="2026-04-28T10:44:44.528" v="239" actId="478"/>
        <pc:sldMkLst>
          <pc:docMk/>
          <pc:sldMk cId="4026956781" sldId="436"/>
        </pc:sldMkLst>
        <pc:spChg chg="mod">
          <ac:chgData name="Devis Di Tommaso" userId="9e91bd95-ca2b-452f-ac66-318b830ef770" providerId="ADAL" clId="{2124A0C8-6DDD-437B-B996-CB8716A61B60}" dt="2026-04-28T10:23:40.711" v="237" actId="313"/>
          <ac:spMkLst>
            <pc:docMk/>
            <pc:sldMk cId="4026956781" sldId="436"/>
            <ac:spMk id="8" creationId="{FF50814D-E139-B6B9-05D0-734322BDC70E}"/>
          </ac:spMkLst>
        </pc:spChg>
      </pc:sldChg>
      <pc:sldChg chg="modSp mod">
        <pc:chgData name="Devis Di Tommaso" userId="9e91bd95-ca2b-452f-ac66-318b830ef770" providerId="ADAL" clId="{2124A0C8-6DDD-437B-B996-CB8716A61B60}" dt="2026-04-28T07:09:01.082" v="34" actId="20577"/>
        <pc:sldMkLst>
          <pc:docMk/>
          <pc:sldMk cId="4079532612" sldId="1026"/>
        </pc:sldMkLst>
        <pc:spChg chg="mod">
          <ac:chgData name="Devis Di Tommaso" userId="9e91bd95-ca2b-452f-ac66-318b830ef770" providerId="ADAL" clId="{2124A0C8-6DDD-437B-B996-CB8716A61B60}" dt="2026-04-28T07:09:01.082" v="34" actId="20577"/>
          <ac:spMkLst>
            <pc:docMk/>
            <pc:sldMk cId="4079532612" sldId="1026"/>
            <ac:spMk id="5" creationId="{55C0585B-9A34-4701-FEB6-EDBEC5E4A314}"/>
          </ac:spMkLst>
        </pc:spChg>
      </pc:sldChg>
      <pc:sldChg chg="addSp delSp modSp mod">
        <pc:chgData name="Devis Di Tommaso" userId="9e91bd95-ca2b-452f-ac66-318b830ef770" providerId="ADAL" clId="{2124A0C8-6DDD-437B-B996-CB8716A61B60}" dt="2026-04-28T13:42:31.988" v="436" actId="27614"/>
        <pc:sldMkLst>
          <pc:docMk/>
          <pc:sldMk cId="2352213145" sldId="1031"/>
        </pc:sldMkLst>
        <pc:picChg chg="add mod ord modCrop">
          <ac:chgData name="Devis Di Tommaso" userId="9e91bd95-ca2b-452f-ac66-318b830ef770" providerId="ADAL" clId="{2124A0C8-6DDD-437B-B996-CB8716A61B60}" dt="2026-04-28T13:42:31.988" v="436" actId="27614"/>
          <ac:picMkLst>
            <pc:docMk/>
            <pc:sldMk cId="2352213145" sldId="1031"/>
            <ac:picMk id="4" creationId="{58600CB4-D6B8-921C-17AF-FB8042CC02CC}"/>
          </ac:picMkLst>
        </pc:picChg>
        <pc:cxnChg chg="mod">
          <ac:chgData name="Devis Di Tommaso" userId="9e91bd95-ca2b-452f-ac66-318b830ef770" providerId="ADAL" clId="{2124A0C8-6DDD-437B-B996-CB8716A61B60}" dt="2026-04-28T13:42:19.763" v="434" actId="1076"/>
          <ac:cxnSpMkLst>
            <pc:docMk/>
            <pc:sldMk cId="2352213145" sldId="1031"/>
            <ac:cxnSpMk id="6" creationId="{38177249-1205-5F27-93AE-8C1A654912AF}"/>
          </ac:cxnSpMkLst>
        </pc:cxnChg>
      </pc:sldChg>
      <pc:sldChg chg="addSp delSp modSp mod">
        <pc:chgData name="Devis Di Tommaso" userId="9e91bd95-ca2b-452f-ac66-318b830ef770" providerId="ADAL" clId="{2124A0C8-6DDD-437B-B996-CB8716A61B60}" dt="2026-04-28T13:43:32.486" v="443" actId="732"/>
        <pc:sldMkLst>
          <pc:docMk/>
          <pc:sldMk cId="601348050" sldId="1032"/>
        </pc:sldMkLst>
        <pc:picChg chg="add mod ord modCrop">
          <ac:chgData name="Devis Di Tommaso" userId="9e91bd95-ca2b-452f-ac66-318b830ef770" providerId="ADAL" clId="{2124A0C8-6DDD-437B-B996-CB8716A61B60}" dt="2026-04-28T13:43:32.486" v="443" actId="732"/>
          <ac:picMkLst>
            <pc:docMk/>
            <pc:sldMk cId="601348050" sldId="1032"/>
            <ac:picMk id="7" creationId="{B0B6C8BD-4E76-2355-2A59-B528B8C901E0}"/>
          </ac:picMkLst>
        </pc:picChg>
        <pc:cxnChg chg="mod">
          <ac:chgData name="Devis Di Tommaso" userId="9e91bd95-ca2b-452f-ac66-318b830ef770" providerId="ADAL" clId="{2124A0C8-6DDD-437B-B996-CB8716A61B60}" dt="2026-04-28T13:43:23.628" v="442" actId="1076"/>
          <ac:cxnSpMkLst>
            <pc:docMk/>
            <pc:sldMk cId="601348050" sldId="1032"/>
            <ac:cxnSpMk id="4" creationId="{4CFD2A35-7396-92BF-81B8-3CE9144D236F}"/>
          </ac:cxnSpMkLst>
        </pc:cxnChg>
      </pc:sldChg>
      <pc:sldChg chg="modSp mod">
        <pc:chgData name="Devis Di Tommaso" userId="9e91bd95-ca2b-452f-ac66-318b830ef770" providerId="ADAL" clId="{2124A0C8-6DDD-437B-B996-CB8716A61B60}" dt="2026-04-28T07:06:11.652" v="30" actId="27636"/>
        <pc:sldMkLst>
          <pc:docMk/>
          <pc:sldMk cId="228036830" sldId="1034"/>
        </pc:sldMkLst>
        <pc:spChg chg="mod">
          <ac:chgData name="Devis Di Tommaso" userId="9e91bd95-ca2b-452f-ac66-318b830ef770" providerId="ADAL" clId="{2124A0C8-6DDD-437B-B996-CB8716A61B60}" dt="2026-04-28T07:06:11.652" v="30" actId="27636"/>
          <ac:spMkLst>
            <pc:docMk/>
            <pc:sldMk cId="228036830" sldId="1034"/>
            <ac:spMk id="5" creationId="{27DDFCEF-9FC5-D47D-8A3E-46B901DBA057}"/>
          </ac:spMkLst>
        </pc:spChg>
        <pc:cxnChg chg="mod">
          <ac:chgData name="Devis Di Tommaso" userId="9e91bd95-ca2b-452f-ac66-318b830ef770" providerId="ADAL" clId="{2124A0C8-6DDD-437B-B996-CB8716A61B60}" dt="2026-04-28T07:05:44.956" v="4" actId="1076"/>
          <ac:cxnSpMkLst>
            <pc:docMk/>
            <pc:sldMk cId="228036830" sldId="1034"/>
            <ac:cxnSpMk id="4" creationId="{A98201EF-CA6D-543E-F104-5DF73CE60A86}"/>
          </ac:cxnSpMkLst>
        </pc:cxnChg>
      </pc:sldChg>
      <pc:sldChg chg="addSp delSp modSp add mod">
        <pc:chgData name="Devis Di Tommaso" userId="9e91bd95-ca2b-452f-ac66-318b830ef770" providerId="ADAL" clId="{2124A0C8-6DDD-437B-B996-CB8716A61B60}" dt="2026-04-28T08:15:04.040" v="82" actId="1035"/>
        <pc:sldMkLst>
          <pc:docMk/>
          <pc:sldMk cId="2442409389" sldId="1044"/>
        </pc:sldMkLst>
        <pc:spChg chg="mod">
          <ac:chgData name="Devis Di Tommaso" userId="9e91bd95-ca2b-452f-ac66-318b830ef770" providerId="ADAL" clId="{2124A0C8-6DDD-437B-B996-CB8716A61B60}" dt="2026-04-28T07:43:48.695" v="39"/>
          <ac:spMkLst>
            <pc:docMk/>
            <pc:sldMk cId="2442409389" sldId="1044"/>
            <ac:spMk id="7" creationId="{CFD31B9B-39E8-7CEE-EA55-CD9139783D18}"/>
          </ac:spMkLst>
        </pc:spChg>
        <pc:spChg chg="add mod">
          <ac:chgData name="Devis Di Tommaso" userId="9e91bd95-ca2b-452f-ac66-318b830ef770" providerId="ADAL" clId="{2124A0C8-6DDD-437B-B996-CB8716A61B60}" dt="2026-04-28T08:15:04.040" v="82" actId="1035"/>
          <ac:spMkLst>
            <pc:docMk/>
            <pc:sldMk cId="2442409389" sldId="1044"/>
            <ac:spMk id="10" creationId="{359C76AC-1950-D454-B0E1-CC6B5527B46F}"/>
          </ac:spMkLst>
        </pc:spChg>
      </pc:sldChg>
      <pc:sldChg chg="modSp add mod">
        <pc:chgData name="Devis Di Tommaso" userId="9e91bd95-ca2b-452f-ac66-318b830ef770" providerId="ADAL" clId="{2124A0C8-6DDD-437B-B996-CB8716A61B60}" dt="2026-04-28T09:54:52.145" v="235" actId="20577"/>
        <pc:sldMkLst>
          <pc:docMk/>
          <pc:sldMk cId="833851920" sldId="1045"/>
        </pc:sldMkLst>
        <pc:spChg chg="mod">
          <ac:chgData name="Devis Di Tommaso" userId="9e91bd95-ca2b-452f-ac66-318b830ef770" providerId="ADAL" clId="{2124A0C8-6DDD-437B-B996-CB8716A61B60}" dt="2026-04-28T09:54:32.890" v="228" actId="20577"/>
          <ac:spMkLst>
            <pc:docMk/>
            <pc:sldMk cId="833851920" sldId="1045"/>
            <ac:spMk id="7" creationId="{48BD2089-6E4B-EFC3-49C5-8C00671AA3D7}"/>
          </ac:spMkLst>
        </pc:spChg>
        <pc:spChg chg="mod">
          <ac:chgData name="Devis Di Tommaso" userId="9e91bd95-ca2b-452f-ac66-318b830ef770" providerId="ADAL" clId="{2124A0C8-6DDD-437B-B996-CB8716A61B60}" dt="2026-04-28T09:54:52.145" v="235" actId="20577"/>
          <ac:spMkLst>
            <pc:docMk/>
            <pc:sldMk cId="833851920" sldId="1045"/>
            <ac:spMk id="10" creationId="{2F6FE737-A662-3684-63D4-EB5F2CA98DAC}"/>
          </ac:spMkLst>
        </pc:spChg>
      </pc:sldChg>
      <pc:sldChg chg="modSp add mod">
        <pc:chgData name="Devis Di Tommaso" userId="9e91bd95-ca2b-452f-ac66-318b830ef770" providerId="ADAL" clId="{2124A0C8-6DDD-437B-B996-CB8716A61B60}" dt="2026-04-28T11:05:23.087" v="260" actId="20577"/>
        <pc:sldMkLst>
          <pc:docMk/>
          <pc:sldMk cId="189828810" sldId="1046"/>
        </pc:sldMkLst>
        <pc:spChg chg="mod">
          <ac:chgData name="Devis Di Tommaso" userId="9e91bd95-ca2b-452f-ac66-318b830ef770" providerId="ADAL" clId="{2124A0C8-6DDD-437B-B996-CB8716A61B60}" dt="2026-04-28T10:59:05.150" v="254" actId="20577"/>
          <ac:spMkLst>
            <pc:docMk/>
            <pc:sldMk cId="189828810" sldId="1046"/>
            <ac:spMk id="7" creationId="{605F8A81-5443-1F50-4103-14B920D1F04E}"/>
          </ac:spMkLst>
        </pc:spChg>
        <pc:spChg chg="mod">
          <ac:chgData name="Devis Di Tommaso" userId="9e91bd95-ca2b-452f-ac66-318b830ef770" providerId="ADAL" clId="{2124A0C8-6DDD-437B-B996-CB8716A61B60}" dt="2026-04-28T11:05:23.087" v="260" actId="20577"/>
          <ac:spMkLst>
            <pc:docMk/>
            <pc:sldMk cId="189828810" sldId="1046"/>
            <ac:spMk id="10" creationId="{16409E88-559B-48D9-9646-28D974514B16}"/>
          </ac:spMkLst>
        </pc:spChg>
      </pc:sldChg>
      <pc:sldChg chg="modSp add mod">
        <pc:chgData name="Devis Di Tommaso" userId="9e91bd95-ca2b-452f-ac66-318b830ef770" providerId="ADAL" clId="{2124A0C8-6DDD-437B-B996-CB8716A61B60}" dt="2026-04-28T11:38:34.020" v="343" actId="20577"/>
        <pc:sldMkLst>
          <pc:docMk/>
          <pc:sldMk cId="1936024886" sldId="1047"/>
        </pc:sldMkLst>
        <pc:spChg chg="mod">
          <ac:chgData name="Devis Di Tommaso" userId="9e91bd95-ca2b-452f-ac66-318b830ef770" providerId="ADAL" clId="{2124A0C8-6DDD-437B-B996-CB8716A61B60}" dt="2026-04-28T11:38:34.020" v="343" actId="20577"/>
          <ac:spMkLst>
            <pc:docMk/>
            <pc:sldMk cId="1936024886" sldId="1047"/>
            <ac:spMk id="7" creationId="{0005C3F0-C5F0-AC0D-D8C4-3641CFD1304E}"/>
          </ac:spMkLst>
        </pc:spChg>
        <pc:spChg chg="mod">
          <ac:chgData name="Devis Di Tommaso" userId="9e91bd95-ca2b-452f-ac66-318b830ef770" providerId="ADAL" clId="{2124A0C8-6DDD-437B-B996-CB8716A61B60}" dt="2026-04-28T11:38:22.762" v="328" actId="20577"/>
          <ac:spMkLst>
            <pc:docMk/>
            <pc:sldMk cId="1936024886" sldId="1047"/>
            <ac:spMk id="10" creationId="{2EA5FB05-8D1C-EF52-9D91-4A74DA57046E}"/>
          </ac:spMkLst>
        </pc:spChg>
      </pc:sldChg>
      <pc:sldChg chg="modSp add mod">
        <pc:chgData name="Devis Di Tommaso" userId="9e91bd95-ca2b-452f-ac66-318b830ef770" providerId="ADAL" clId="{2124A0C8-6DDD-437B-B996-CB8716A61B60}" dt="2026-04-28T11:42:35.137" v="346" actId="20577"/>
        <pc:sldMkLst>
          <pc:docMk/>
          <pc:sldMk cId="869844310" sldId="1048"/>
        </pc:sldMkLst>
        <pc:spChg chg="mod">
          <ac:chgData name="Devis Di Tommaso" userId="9e91bd95-ca2b-452f-ac66-318b830ef770" providerId="ADAL" clId="{2124A0C8-6DDD-437B-B996-CB8716A61B60}" dt="2026-04-28T11:42:35.137" v="346" actId="20577"/>
          <ac:spMkLst>
            <pc:docMk/>
            <pc:sldMk cId="869844310" sldId="1048"/>
            <ac:spMk id="3" creationId="{DD081565-F46F-85B3-2E37-135908106D9C}"/>
          </ac:spMkLst>
        </pc:spChg>
      </pc:sldChg>
      <pc:sldChg chg="modSp add mod">
        <pc:chgData name="Devis Di Tommaso" userId="9e91bd95-ca2b-452f-ac66-318b830ef770" providerId="ADAL" clId="{2124A0C8-6DDD-437B-B996-CB8716A61B60}" dt="2026-05-04T09:23:55.275" v="444" actId="122"/>
        <pc:sldMkLst>
          <pc:docMk/>
          <pc:sldMk cId="2793157952" sldId="1049"/>
        </pc:sldMkLst>
        <pc:spChg chg="mod">
          <ac:chgData name="Devis Di Tommaso" userId="9e91bd95-ca2b-452f-ac66-318b830ef770" providerId="ADAL" clId="{2124A0C8-6DDD-437B-B996-CB8716A61B60}" dt="2026-04-28T11:42:53.249" v="353" actId="122"/>
          <ac:spMkLst>
            <pc:docMk/>
            <pc:sldMk cId="2793157952" sldId="1049"/>
            <ac:spMk id="7" creationId="{CDED2293-358A-F3EB-5A73-967546E1AAB1}"/>
          </ac:spMkLst>
        </pc:spChg>
        <pc:spChg chg="mod">
          <ac:chgData name="Devis Di Tommaso" userId="9e91bd95-ca2b-452f-ac66-318b830ef770" providerId="ADAL" clId="{2124A0C8-6DDD-437B-B996-CB8716A61B60}" dt="2026-05-04T09:23:55.275" v="444" actId="122"/>
          <ac:spMkLst>
            <pc:docMk/>
            <pc:sldMk cId="2793157952" sldId="1049"/>
            <ac:spMk id="10" creationId="{813C5A3B-0FBE-3DC7-5B9F-342265D0B7F5}"/>
          </ac:spMkLst>
        </pc:spChg>
      </pc:sldChg>
    </pc:docChg>
  </pc:docChgLst>
  <pc:docChgLst>
    <pc:chgData name="Devis Di Tommaso" userId="9e91bd95-ca2b-452f-ac66-318b830ef770" providerId="ADAL" clId="{61F57A6A-B8E0-4DB4-9A54-7CF867387D89}"/>
    <pc:docChg chg="undo custSel addSld delSld modSld sldOrd">
      <pc:chgData name="Devis Di Tommaso" userId="9e91bd95-ca2b-452f-ac66-318b830ef770" providerId="ADAL" clId="{61F57A6A-B8E0-4DB4-9A54-7CF867387D89}" dt="2026-04-27T22:45:01.756" v="1450" actId="47"/>
      <pc:docMkLst>
        <pc:docMk/>
      </pc:docMkLst>
      <pc:sldChg chg="addSp delSp modSp mod">
        <pc:chgData name="Devis Di Tommaso" userId="9e91bd95-ca2b-452f-ac66-318b830ef770" providerId="ADAL" clId="{61F57A6A-B8E0-4DB4-9A54-7CF867387D89}" dt="2026-04-27T21:57:35.395" v="1260"/>
        <pc:sldMkLst>
          <pc:docMk/>
          <pc:sldMk cId="4102458680" sldId="256"/>
        </pc:sldMkLst>
        <pc:spChg chg="mod">
          <ac:chgData name="Devis Di Tommaso" userId="9e91bd95-ca2b-452f-ac66-318b830ef770" providerId="ADAL" clId="{61F57A6A-B8E0-4DB4-9A54-7CF867387D89}" dt="2026-04-27T21:56:55.954" v="1258" actId="20577"/>
          <ac:spMkLst>
            <pc:docMk/>
            <pc:sldMk cId="4102458680" sldId="256"/>
            <ac:spMk id="2" creationId="{3BB54A87-A5E3-5CCB-5733-F719F020CDEC}"/>
          </ac:spMkLst>
        </pc:spChg>
      </pc:sldChg>
      <pc:sldChg chg="add">
        <pc:chgData name="Devis Di Tommaso" userId="9e91bd95-ca2b-452f-ac66-318b830ef770" providerId="ADAL" clId="{61F57A6A-B8E0-4DB4-9A54-7CF867387D89}" dt="2026-04-27T22:42:12.252" v="1444"/>
        <pc:sldMkLst>
          <pc:docMk/>
          <pc:sldMk cId="2407418659" sldId="267"/>
        </pc:sldMkLst>
      </pc:sldChg>
      <pc:sldChg chg="modSp mod">
        <pc:chgData name="Devis Di Tommaso" userId="9e91bd95-ca2b-452f-ac66-318b830ef770" providerId="ADAL" clId="{61F57A6A-B8E0-4DB4-9A54-7CF867387D89}" dt="2026-04-27T22:19:08.106" v="1430" actId="20577"/>
        <pc:sldMkLst>
          <pc:docMk/>
          <pc:sldMk cId="3367006963" sldId="272"/>
        </pc:sldMkLst>
        <pc:spChg chg="mod">
          <ac:chgData name="Devis Di Tommaso" userId="9e91bd95-ca2b-452f-ac66-318b830ef770" providerId="ADAL" clId="{61F57A6A-B8E0-4DB4-9A54-7CF867387D89}" dt="2026-04-27T21:58:40.388" v="1291" actId="20577"/>
          <ac:spMkLst>
            <pc:docMk/>
            <pc:sldMk cId="3367006963" sldId="272"/>
            <ac:spMk id="2" creationId="{9211A74E-739E-D40E-2237-646D40DB833A}"/>
          </ac:spMkLst>
        </pc:spChg>
        <pc:spChg chg="mod">
          <ac:chgData name="Devis Di Tommaso" userId="9e91bd95-ca2b-452f-ac66-318b830ef770" providerId="ADAL" clId="{61F57A6A-B8E0-4DB4-9A54-7CF867387D89}" dt="2026-04-27T22:19:08.106" v="1430" actId="20577"/>
          <ac:spMkLst>
            <pc:docMk/>
            <pc:sldMk cId="3367006963" sldId="272"/>
            <ac:spMk id="3" creationId="{7DB952DE-3E7B-16A4-A77E-C53BCF2364F2}"/>
          </ac:spMkLst>
        </pc:spChg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1559904958" sldId="277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1514538510" sldId="280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3082344903" sldId="281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3269736261" sldId="283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4145572210" sldId="284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4048262613" sldId="286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3977323544" sldId="288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197398083" sldId="290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1604928265" sldId="297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3668178779" sldId="304"/>
        </pc:sldMkLst>
      </pc:sldChg>
      <pc:sldChg chg="add">
        <pc:chgData name="Devis Di Tommaso" userId="9e91bd95-ca2b-452f-ac66-318b830ef770" providerId="ADAL" clId="{61F57A6A-B8E0-4DB4-9A54-7CF867387D89}" dt="2026-04-27T22:41:43.374" v="1442"/>
        <pc:sldMkLst>
          <pc:docMk/>
          <pc:sldMk cId="3141681963" sldId="333"/>
        </pc:sldMkLst>
      </pc:sldChg>
      <pc:sldChg chg="modSp add mod">
        <pc:chgData name="Devis Di Tommaso" userId="9e91bd95-ca2b-452f-ac66-318b830ef770" providerId="ADAL" clId="{61F57A6A-B8E0-4DB4-9A54-7CF867387D89}" dt="2026-04-27T21:57:56.950" v="1272" actId="20577"/>
        <pc:sldMkLst>
          <pc:docMk/>
          <pc:sldMk cId="2861837883" sldId="1025"/>
        </pc:sldMkLst>
        <pc:spChg chg="mod">
          <ac:chgData name="Devis Di Tommaso" userId="9e91bd95-ca2b-452f-ac66-318b830ef770" providerId="ADAL" clId="{61F57A6A-B8E0-4DB4-9A54-7CF867387D89}" dt="2026-04-27T21:57:56.950" v="1272" actId="20577"/>
          <ac:spMkLst>
            <pc:docMk/>
            <pc:sldMk cId="2861837883" sldId="1025"/>
            <ac:spMk id="2" creationId="{8779D80B-8283-FAF0-AEB7-BC4DB48390DF}"/>
          </ac:spMkLst>
        </pc:spChg>
      </pc:sldChg>
      <pc:sldChg chg="add">
        <pc:chgData name="Devis Di Tommaso" userId="9e91bd95-ca2b-452f-ac66-318b830ef770" providerId="ADAL" clId="{61F57A6A-B8E0-4DB4-9A54-7CF867387D89}" dt="2026-04-27T22:44:39.404" v="1447"/>
        <pc:sldMkLst>
          <pc:docMk/>
          <pc:sldMk cId="4079532612" sldId="1026"/>
        </pc:sldMkLst>
      </pc:sldChg>
      <pc:sldChg chg="add">
        <pc:chgData name="Devis Di Tommaso" userId="9e91bd95-ca2b-452f-ac66-318b830ef770" providerId="ADAL" clId="{61F57A6A-B8E0-4DB4-9A54-7CF867387D89}" dt="2026-04-27T22:44:52.995" v="1449"/>
        <pc:sldMkLst>
          <pc:docMk/>
          <pc:sldMk cId="1573711376" sldId="1029"/>
        </pc:sldMkLst>
      </pc:sldChg>
      <pc:sldChg chg="add">
        <pc:chgData name="Devis Di Tommaso" userId="9e91bd95-ca2b-452f-ac66-318b830ef770" providerId="ADAL" clId="{61F57A6A-B8E0-4DB4-9A54-7CF867387D89}" dt="2026-04-27T22:44:52.995" v="1449"/>
        <pc:sldMkLst>
          <pc:docMk/>
          <pc:sldMk cId="3888367457" sldId="1030"/>
        </pc:sldMkLst>
      </pc:sldChg>
      <pc:sldChg chg="add">
        <pc:chgData name="Devis Di Tommaso" userId="9e91bd95-ca2b-452f-ac66-318b830ef770" providerId="ADAL" clId="{61F57A6A-B8E0-4DB4-9A54-7CF867387D89}" dt="2026-04-27T22:44:52.995" v="1449"/>
        <pc:sldMkLst>
          <pc:docMk/>
          <pc:sldMk cId="2352213145" sldId="1031"/>
        </pc:sldMkLst>
      </pc:sldChg>
      <pc:sldChg chg="add">
        <pc:chgData name="Devis Di Tommaso" userId="9e91bd95-ca2b-452f-ac66-318b830ef770" providerId="ADAL" clId="{61F57A6A-B8E0-4DB4-9A54-7CF867387D89}" dt="2026-04-27T22:44:52.995" v="1449"/>
        <pc:sldMkLst>
          <pc:docMk/>
          <pc:sldMk cId="601348050" sldId="1032"/>
        </pc:sldMkLst>
      </pc:sldChg>
      <pc:sldChg chg="add">
        <pc:chgData name="Devis Di Tommaso" userId="9e91bd95-ca2b-452f-ac66-318b830ef770" providerId="ADAL" clId="{61F57A6A-B8E0-4DB4-9A54-7CF867387D89}" dt="2026-04-27T22:44:52.995" v="1449"/>
        <pc:sldMkLst>
          <pc:docMk/>
          <pc:sldMk cId="838287969" sldId="1033"/>
        </pc:sldMkLst>
      </pc:sldChg>
      <pc:sldChg chg="add">
        <pc:chgData name="Devis Di Tommaso" userId="9e91bd95-ca2b-452f-ac66-318b830ef770" providerId="ADAL" clId="{61F57A6A-B8E0-4DB4-9A54-7CF867387D89}" dt="2026-04-27T22:44:52.995" v="1449"/>
        <pc:sldMkLst>
          <pc:docMk/>
          <pc:sldMk cId="228036830" sldId="1034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115589090" sldId="1035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1144318226" sldId="1036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3880613613" sldId="1037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2633051601" sldId="1038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3275056892" sldId="1039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2548181431" sldId="1040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429581236" sldId="1041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3784387196" sldId="1042"/>
        </pc:sldMkLst>
      </pc:sldChg>
      <pc:sldChg chg="add">
        <pc:chgData name="Devis Di Tommaso" userId="9e91bd95-ca2b-452f-ac66-318b830ef770" providerId="ADAL" clId="{61F57A6A-B8E0-4DB4-9A54-7CF867387D89}" dt="2026-04-27T22:40:54.663" v="1440"/>
        <pc:sldMkLst>
          <pc:docMk/>
          <pc:sldMk cId="2784218276" sldId="10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33E85-CBE6-4FCD-9FEB-91D45C3F6860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190DF-4A36-4950-9308-DE5BDB06AA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53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D150-7DE3-14AE-FEE6-906B0A98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3AC18-7706-874B-FE23-4E3E2FB32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71C24-1A8B-E9EA-1094-E2ACB9B1D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8F089-6479-6640-DB59-44BA95D86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190DF-4A36-4950-9308-DE5BDB06AA3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777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65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29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06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85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31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13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99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6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10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05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06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097A0-37D2-654A-874F-99FA23BC11A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45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190DF-4A36-4950-9308-DE5BDB06AA3A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651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76629-C8A5-5FB9-E106-465FDDB6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D3D2A-F67C-A48F-68D5-120E12B35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C022C-3657-5000-21CC-6E44F224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0B108-CC09-29B7-DFE2-B429A37F4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190DF-4A36-4950-9308-DE5BDB06AA3A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210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92AD-FAE6-CA7D-0161-4EB23ECC1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F475B-4163-45F6-9760-F4CD6CDD0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60330-6A26-CA75-A0EB-D487E927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E1973-D3F8-67BF-AAD7-F343B1E3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3E01C-77D8-42A3-680D-75413DF0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3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92F3-657B-EAAF-C671-BC7583B4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8880-3A82-0E10-43B1-9350C2F05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CAA8D-0D01-3762-B09D-1A63C5FA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772EC-3FAE-7B16-105D-7D7DA202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1C6AC-FDF2-3EA7-C4D9-E8976FC0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680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EBFA-D48E-26AC-720F-2C5A817B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68E6F-74BD-B189-E476-3B914D2A7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EAF34-E925-75BA-2BA4-73ED4639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1FA7-38F1-2949-B5D1-1F0D407B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DEB92-41FC-C887-3D1E-5FCF992C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57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0029-7E8E-B7AF-77DD-09CE86BD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B988-0CB5-1DA1-8214-9BD723D1C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D2B81-8565-73A5-DD42-53A65355E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2C8DB-CDAB-7003-BF7D-ECFD2F98D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3FC31-7EF0-D73F-8C15-2CEEC870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8C5CA-BD90-0924-9246-657B66B9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71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021C-E3DE-96D2-49C4-2AA0B825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007D9-55DF-FA01-F9CE-7136C3FD4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62DE4-90EB-F606-EF49-572B626CC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72829-342F-E1F8-9ABD-E6A347863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382DB9-7245-CFBD-C3C5-0A149B64F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606F45-0F2B-1555-68AC-351617D9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73B650-6A26-85CA-C891-AC733D02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0BB61-3DE7-0EF8-000E-33BA54FD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13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43AF-BA9E-09F8-DA8C-A60DB417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E6A79-4501-B42F-5D17-F1384755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9157-12BB-585C-CB19-F13967313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7FDCB-60F3-3437-FF4F-1A800E94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11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1581B-999A-7CF3-03A7-5A0593D99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88FF23-D488-F156-D418-04B7805B3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AD57F-6AD5-1203-B82C-B6574360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09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4C09-7DAA-1704-6B37-F6795602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782C-3525-1226-544B-D3EA65AFF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DA30A-0932-BBC9-4656-05FF2E7EB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16608-6AD4-A31E-8330-F63D95BF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201BF-8D34-24DF-7F5A-DD55012AC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20338-9BBA-8A07-89D1-D34CB8DF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42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6211-7AEA-42DA-3182-D003AAF9B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1D75F2-3589-A5A3-9300-DB98F6F18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92DBE-E2BB-2CD8-3080-7DD86022F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428D6-606C-CB69-0B73-78652D9F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3D2E-ED03-207D-288E-75DEB5288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108C9-06DE-CEF2-2A3E-B18A5B4C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11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226E-5269-E541-A2A9-FAD83EE5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C32B8-837A-4993-986C-560A448BC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60198-34ED-311F-BFB9-80473FD4E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07A8A-2C2D-997C-3268-3E82C726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DD6AB-ADAB-A664-FB3C-8B5F7AE6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416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AC8F2-6D00-6AF6-7E3E-AFD836658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D449D-2E09-91EA-13E8-E51A5E00D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C7D76-432A-6923-FA87-A955058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D6AC6-331E-4EEC-3EC3-3DEA738C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33B0C-1BAB-BA4A-FA4A-C4C6F8A2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59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DBC94-6706-B3B4-CB2D-F9EE7378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405-9BC9-4F72-F0E9-140A22E96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79AE-69DF-F342-38AE-E76A18729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329F6-BB56-4E42-82E7-256FFF12314F}" type="datetimeFigureOut">
              <a:rPr lang="en-GB" smtClean="0"/>
              <a:t>04/05/2026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E328F-86D5-11B5-6E68-84D1176AD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4DB31-64A1-1526-6AEA-92AD23B08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4BAD1-76C3-4374-ABAA-61C404E16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38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.ditommaso@qmu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.jpg"/><Relationship Id="rId2" Type="http://schemas.openxmlformats.org/officeDocument/2006/relationships/hyperlink" Target="mailto:d.ditommaso@qmul.ac.uk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cholar.google.co.uk/citations?user=ADI05HQAAAAJ&amp;hl=en" TargetMode="External"/><Relationship Id="rId5" Type="http://schemas.openxmlformats.org/officeDocument/2006/relationships/image" Target="../media/image2.gif"/><Relationship Id="rId4" Type="http://schemas.openxmlformats.org/officeDocument/2006/relationships/hyperlink" Target="http://www.thomasyoungcentre.org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comp-teach.qmul.ac.uk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tommas/IT-Literacy-Projec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tommas/IT-Literacy-Project/tree/main/01_house_prices" TargetMode="External"/><Relationship Id="rId2" Type="http://schemas.openxmlformats.org/officeDocument/2006/relationships/hyperlink" Target="https://github.com/ditommas/IT-Literacy-Project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comp-teach.qmul.ac.uk/" TargetMode="Externa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dkit.org/docs/GettingStartedInPython.html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tommas/IT-Literacy-Project/tree/main/02_smiles" TargetMode="External"/><Relationship Id="rId2" Type="http://schemas.openxmlformats.org/officeDocument/2006/relationships/hyperlink" Target="https://github.com/ditommas/IT-Literacy-Project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tommas/IT-Literacy-Project/tree/main/03_fingerprints" TargetMode="External"/><Relationship Id="rId2" Type="http://schemas.openxmlformats.org/officeDocument/2006/relationships/hyperlink" Target="https://github.com/ditommas/IT-Literacy-Project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tommas/IT-Literacy-Project/tree/main/04_ml_chemistry" TargetMode="External"/><Relationship Id="rId2" Type="http://schemas.openxmlformats.org/officeDocument/2006/relationships/hyperlink" Target="https://github.com/ditommas/IT-Literacy-Projec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leculenet.org/datasets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4A87-A5E3-5CCB-5733-F719F020C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Literacy Project 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Taster Day — Queen Mary University of London</a:t>
            </a:r>
            <a:endParaRPr lang="en-GB" sz="3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EE416-038A-0446-EF44-9B5B916C8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39"/>
            <a:ext cx="9144000" cy="1655762"/>
          </a:xfrm>
        </p:spPr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 Devis Di Tommaso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Reader in Computational Chemistry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d.ditommaso@qmul.ac.uk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2458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2">
            <a:extLst>
              <a:ext uri="{FF2B5EF4-FFF2-40B4-BE49-F238E27FC236}">
                <a16:creationId xmlns:a16="http://schemas.microsoft.com/office/drawing/2014/main" id="{8779D80B-8283-FAF0-AEB7-BC4DB4839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797" y="548680"/>
            <a:ext cx="22092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2400">
                <a:solidFill>
                  <a:srgbClr val="7F7F7F"/>
                </a:solidFill>
                <a:latin typeface="Century Gothic" pitchFamily="34" charset="0"/>
              </a:defRPr>
            </a:lvl1pPr>
            <a:lvl2pPr marL="742950" indent="-285750">
              <a:spcBef>
                <a:spcPct val="20000"/>
              </a:spcBef>
              <a:buFont typeface="Courier New" pitchFamily="49" charset="0"/>
              <a:buChar char="o"/>
              <a:defRPr sz="1600">
                <a:solidFill>
                  <a:srgbClr val="7F7F7F"/>
                </a:solidFill>
                <a:latin typeface="Century Gothic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1600">
                <a:solidFill>
                  <a:srgbClr val="7F7F7F"/>
                </a:solidFill>
                <a:latin typeface="Century Gothic" pitchFamily="34" charset="0"/>
              </a:defRPr>
            </a:lvl3pPr>
            <a:lvl4pPr marL="1600200" indent="-228600">
              <a:spcBef>
                <a:spcPct val="20000"/>
              </a:spcBef>
              <a:buFont typeface="Courier New" pitchFamily="49" charset="0"/>
              <a:buChar char="o"/>
              <a:defRPr sz="1600">
                <a:solidFill>
                  <a:srgbClr val="7F7F7F"/>
                </a:solidFill>
                <a:latin typeface="Century Gothic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•"/>
              <a:defRPr sz="1600">
                <a:solidFill>
                  <a:srgbClr val="7F7F7F"/>
                </a:solidFill>
                <a:latin typeface="Century Gothic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>
                <a:solidFill>
                  <a:srgbClr val="7F7F7F"/>
                </a:solidFill>
                <a:latin typeface="Century Gothic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>
                <a:solidFill>
                  <a:srgbClr val="7F7F7F"/>
                </a:solidFill>
                <a:latin typeface="Century Gothic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>
                <a:solidFill>
                  <a:srgbClr val="7F7F7F"/>
                </a:solidFill>
                <a:latin typeface="Century Gothic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>
                <a:solidFill>
                  <a:srgbClr val="7F7F7F"/>
                </a:solidFill>
                <a:latin typeface="Century Gothic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am I?</a:t>
            </a:r>
            <a:endParaRPr lang="en-US" altLang="en-US" sz="36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09F9247-E842-9BA8-78FD-D098E9C3A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5288" y="1484784"/>
            <a:ext cx="365185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9pPr>
          </a:lstStyle>
          <a:p>
            <a:pPr algn="ctr"/>
            <a:r>
              <a:rPr lang="en-GB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 Devis Di Tommaso</a:t>
            </a:r>
          </a:p>
          <a:p>
            <a:pPr algn="ctr"/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d.ditommaso@qmul.ac.uk</a:t>
            </a:r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algn="ctr"/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1.04, Joseph Priestley</a:t>
            </a:r>
          </a:p>
          <a:p>
            <a:pPr algn="ctr"/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Chemistry, QMUL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CEA081F-83F2-A1A6-6E60-3063F5763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048" y="5373216"/>
            <a:ext cx="1339595" cy="1337181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B4815F21-ED17-233C-B6AE-22FA6499D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605" y="5371797"/>
            <a:ext cx="410445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-128"/>
              </a:defRPr>
            </a:lvl9pPr>
          </a:lstStyle>
          <a:p>
            <a:pPr algn="ctr"/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London’s </a:t>
            </a:r>
            <a:r>
              <a:rPr lang="en-GB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Young Centre </a:t>
            </a:r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Theory &amp; Simulation of Materials</a:t>
            </a:r>
          </a:p>
          <a:p>
            <a:pPr algn="ctr"/>
            <a:endParaRPr lang="en-GB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www.thomasyoungcentre.org</a:t>
            </a:r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BE2F43-3516-8FE6-C1C1-3F3BD39C2D83}"/>
              </a:ext>
            </a:extLst>
          </p:cNvPr>
          <p:cNvGrpSpPr/>
          <p:nvPr/>
        </p:nvGrpSpPr>
        <p:grpSpPr>
          <a:xfrm>
            <a:off x="3158912" y="2932441"/>
            <a:ext cx="5904609" cy="2142456"/>
            <a:chOff x="2000672" y="3188950"/>
            <a:chExt cx="5904609" cy="2142456"/>
          </a:xfrm>
        </p:grpSpPr>
        <p:pic>
          <p:nvPicPr>
            <p:cNvPr id="7" name="Picture 6" descr="Abstract Image">
              <a:extLst>
                <a:ext uri="{FF2B5EF4-FFF2-40B4-BE49-F238E27FC236}">
                  <a16:creationId xmlns:a16="http://schemas.microsoft.com/office/drawing/2014/main" id="{1C1A73E7-4A74-3F0C-E5ED-8A32A314FC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6783" y="3188950"/>
              <a:ext cx="2781116" cy="12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FC6B42-C557-4FA4-D0C6-E91C453658F4}"/>
                </a:ext>
              </a:extLst>
            </p:cNvPr>
            <p:cNvSpPr/>
            <p:nvPr/>
          </p:nvSpPr>
          <p:spPr>
            <a:xfrm>
              <a:off x="2000672" y="4500409"/>
              <a:ext cx="583333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Computational chemistry, Machine Learning, Computational Electrocatalysis, Nucleation &amp; growth, CO</a:t>
              </a:r>
              <a:r>
                <a:rPr lang="en-GB" sz="1600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utilisation</a:t>
              </a:r>
            </a:p>
            <a:p>
              <a:pPr algn="ctr"/>
              <a:r>
                <a:rPr lang="it-IT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hlinkClick r:id="rId6"/>
                </a:rPr>
                <a:t>‪Devis Di Tommaso‬ - ‪Google </a:t>
              </a:r>
              <a:r>
                <a:rPr lang="it-IT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hlinkClick r:id="rId6"/>
                </a:rPr>
                <a:t>Scholar</a:t>
              </a:r>
              <a:r>
                <a:rPr lang="it-IT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hlinkClick r:id="rId6"/>
                </a:rPr>
                <a:t>‬</a:t>
              </a:r>
              <a:endPara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9" name="Picture 8" descr="A person wearing glasses and a green sweater&#10;&#10;Description automatically generated">
              <a:extLst>
                <a:ext uri="{FF2B5EF4-FFF2-40B4-BE49-F238E27FC236}">
                  <a16:creationId xmlns:a16="http://schemas.microsoft.com/office/drawing/2014/main" id="{FBC59A16-C8C9-5176-75E4-439BBC5A1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50855" y="3206950"/>
              <a:ext cx="1354426" cy="12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1837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5350-7FF8-383C-1746-9905E2C8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AA2A-14F1-CF4B-DA9D-26AB397D96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QMUL COMP-TEACH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81565-F46F-85B3-2E37-135908106D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hlinkClick r:id="rId2"/>
              </a:rPr>
              <a:t>https://hub.comp-teach.qmul.ac.uk/</a:t>
            </a:r>
            <a:r>
              <a:rPr lang="en-GB" sz="2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6984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835C-17E1-6900-79B6-81A7B388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DED2293-358A-F3EB-5A73-967546E1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13C5A3B-0FBE-3DC7-5B9F-342265D0B7F5}"/>
              </a:ext>
            </a:extLst>
          </p:cNvPr>
          <p:cNvSpPr txBox="1">
            <a:spLocks/>
          </p:cNvSpPr>
          <p:nvPr/>
        </p:nvSpPr>
        <p:spPr>
          <a:xfrm>
            <a:off x="446943" y="2714018"/>
            <a:ext cx="1129811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>
                <a:hlinkClick r:id="rId2"/>
              </a:rPr>
              <a:t>https://github.com/ditommas/IT-Literacy-Project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315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F023E-3153-4E80-E5B2-C93AFA6D0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A74E-739E-D40E-2237-646D40DB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Today’s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52DE-3E7B-16A4-A77E-C53BCF23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of machine learning (ML)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notebook: House Price Prediction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molecules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notebook: Smiles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notebook: Fingerprints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notebook: ML in Chemistry, Fingerprints</a:t>
            </a:r>
          </a:p>
          <a:p>
            <a:pPr marL="514350" indent="-514350">
              <a:buFont typeface="+mj-lt"/>
              <a:buAutoNum type="arabicPeriod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00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6E72B-A178-A695-D556-0BE66CB06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C0C3-B106-76B3-E641-CDC3A2F5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of Machine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E9B85E-0606-DD03-BF0E-1588F6A73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494665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Intelligence vs Machine Learning</a:t>
            </a:r>
          </a:p>
          <a:p>
            <a:pPr>
              <a:lnSpc>
                <a:spcPct val="120000"/>
              </a:lnSpc>
            </a:pP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field focused on building systems that exhibit intelligent behaviour</a:t>
            </a:r>
          </a:p>
          <a:p>
            <a:pPr>
              <a:lnSpc>
                <a:spcPct val="120000"/>
              </a:lnSpc>
            </a:pP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subset of AI that enables systems to learn patterns and make predictions by fitting mathematical models to observed data</a:t>
            </a:r>
          </a:p>
          <a:p>
            <a:pPr>
              <a:lnSpc>
                <a:spcPct val="120000"/>
              </a:lnSpc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</a:t>
            </a: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branch of ML where deep neural networks are trained on large datasets; the training process is called </a:t>
            </a:r>
            <a:r>
              <a:rPr lang="en-GB" sz="2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fitting</a:t>
            </a:r>
          </a:p>
        </p:txBody>
      </p:sp>
    </p:spTree>
    <p:extLst>
      <p:ext uri="{BB962C8B-B14F-4D97-AF65-F5344CB8AC3E}">
        <p14:creationId xmlns:p14="http://schemas.microsoft.com/office/powerpoint/2010/main" val="2833514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raphic 750">
            <a:extLst>
              <a:ext uri="{FF2B5EF4-FFF2-40B4-BE49-F238E27FC236}">
                <a16:creationId xmlns:a16="http://schemas.microsoft.com/office/drawing/2014/main" id="{FD39DDF7-5C55-6269-2858-725B3DE60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481" y="130629"/>
            <a:ext cx="9871038" cy="6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1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raphic 750">
            <a:extLst>
              <a:ext uri="{FF2B5EF4-FFF2-40B4-BE49-F238E27FC236}">
                <a16:creationId xmlns:a16="http://schemas.microsoft.com/office/drawing/2014/main" id="{FD39DDF7-5C55-6269-2858-725B3DE60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481" y="130629"/>
            <a:ext cx="9871038" cy="6596742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07706F89-80AF-DD03-C15C-86E1FABD5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0481" y="130629"/>
            <a:ext cx="9871038" cy="6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7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raphic 754">
            <a:extLst>
              <a:ext uri="{FF2B5EF4-FFF2-40B4-BE49-F238E27FC236}">
                <a16:creationId xmlns:a16="http://schemas.microsoft.com/office/drawing/2014/main" id="{86EFB177-FF5E-A2AA-B638-3D92DC6DA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481" y="130629"/>
            <a:ext cx="9871038" cy="6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2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raphic 756">
            <a:extLst>
              <a:ext uri="{FF2B5EF4-FFF2-40B4-BE49-F238E27FC236}">
                <a16:creationId xmlns:a16="http://schemas.microsoft.com/office/drawing/2014/main" id="{2C6858EF-E5E5-DFB9-21E5-56A846DD5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481" y="130629"/>
            <a:ext cx="9871038" cy="6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4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raphic 756">
            <a:extLst>
              <a:ext uri="{FF2B5EF4-FFF2-40B4-BE49-F238E27FC236}">
                <a16:creationId xmlns:a16="http://schemas.microsoft.com/office/drawing/2014/main" id="{2C6858EF-E5E5-DFB9-21E5-56A846DD5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0481" y="130629"/>
            <a:ext cx="9871038" cy="6596742"/>
          </a:xfrm>
          <a:prstGeom prst="rect">
            <a:avLst/>
          </a:prstGeom>
        </p:spPr>
      </p:pic>
      <p:sp>
        <p:nvSpPr>
          <p:cNvPr id="3" name="5-Point Star 2">
            <a:extLst>
              <a:ext uri="{FF2B5EF4-FFF2-40B4-BE49-F238E27FC236}">
                <a16:creationId xmlns:a16="http://schemas.microsoft.com/office/drawing/2014/main" id="{BEF00526-AB67-C15E-C2C0-DB5AE52454A4}"/>
              </a:ext>
            </a:extLst>
          </p:cNvPr>
          <p:cNvSpPr/>
          <p:nvPr/>
        </p:nvSpPr>
        <p:spPr>
          <a:xfrm>
            <a:off x="2526632" y="4896853"/>
            <a:ext cx="1094873" cy="101065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43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788E-8DA1-5BDF-3233-390494DD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70BDA-2B3D-D244-FEF9-2AC3AAB82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2372"/>
            <a:ext cx="10515600" cy="4351338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Creation of a model that maps known inputs to known outputs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regression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starts with a series of training data that consists of the inputs and associated outputs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05B12-0952-4003-3EE5-71CC96C23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00" y="3721124"/>
            <a:ext cx="3510000" cy="2836678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E59F2432-15C4-5087-F1FC-D7A442CCD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4368" y="4151069"/>
            <a:ext cx="559795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learning using linear regression: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dots are the data points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 line is the regression line that best fits the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regression predicts the value of a target variable based on the value of an input feature.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regression line shows the relationship between the feature and the target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734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788E-8DA1-5BDF-3233-390494DD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supervised learning model?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B7B1EB-8ABF-6334-7DDE-74C2FADB0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842" y="1690688"/>
            <a:ext cx="9560370" cy="3842894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4169E9-20B2-7560-5B47-61FDF6E24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36771"/>
            <a:ext cx="10515600" cy="756104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equation relating input (age) to output (height)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through family of possible equations to find one that fits training data well</a:t>
            </a:r>
          </a:p>
        </p:txBody>
      </p:sp>
    </p:spTree>
    <p:extLst>
      <p:ext uri="{BB962C8B-B14F-4D97-AF65-F5344CB8AC3E}">
        <p14:creationId xmlns:p14="http://schemas.microsoft.com/office/powerpoint/2010/main" val="3141681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EECA-311F-1EB2-90DE-5EE8B634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C147-E293-1F18-DE64-88462032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5" y="2450193"/>
            <a:ext cx="25908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72517-E62F-88A3-CB53-DA336CEF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63" y="4620193"/>
            <a:ext cx="17653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A48137-2050-1B7D-0C33-DE095B8AC5A6}"/>
              </a:ext>
            </a:extLst>
          </p:cNvPr>
          <p:cNvCxnSpPr>
            <a:cxnSpLocks/>
          </p:cNvCxnSpPr>
          <p:nvPr/>
        </p:nvCxnSpPr>
        <p:spPr>
          <a:xfrm flipH="1">
            <a:off x="4771718" y="4834498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FBE4E-930B-C465-D29A-85FF69137F79}"/>
              </a:ext>
            </a:extLst>
          </p:cNvPr>
          <p:cNvSpPr txBox="1"/>
          <p:nvPr/>
        </p:nvSpPr>
        <p:spPr>
          <a:xfrm>
            <a:off x="5390405" y="4620193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y-offset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6901D5-039C-65BE-878E-AF4B70A6193D}"/>
              </a:ext>
            </a:extLst>
          </p:cNvPr>
          <p:cNvCxnSpPr>
            <a:cxnSpLocks/>
          </p:cNvCxnSpPr>
          <p:nvPr/>
        </p:nvCxnSpPr>
        <p:spPr>
          <a:xfrm flipH="1">
            <a:off x="4771718" y="5423336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63A2E2-5D7F-C6D1-9C8C-F323ACD51D55}"/>
              </a:ext>
            </a:extLst>
          </p:cNvPr>
          <p:cNvSpPr txBox="1"/>
          <p:nvPr/>
        </p:nvSpPr>
        <p:spPr>
          <a:xfrm>
            <a:off x="5390405" y="5209031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slope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89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EECA-311F-1EB2-90DE-5EE8B634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C147-E293-1F18-DE64-88462032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5" y="2450193"/>
            <a:ext cx="25908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72517-E62F-88A3-CB53-DA336CEF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63" y="4620193"/>
            <a:ext cx="17653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A48137-2050-1B7D-0C33-DE095B8AC5A6}"/>
              </a:ext>
            </a:extLst>
          </p:cNvPr>
          <p:cNvCxnSpPr>
            <a:cxnSpLocks/>
          </p:cNvCxnSpPr>
          <p:nvPr/>
        </p:nvCxnSpPr>
        <p:spPr>
          <a:xfrm flipH="1">
            <a:off x="4771718" y="4834498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FBE4E-930B-C465-D29A-85FF69137F79}"/>
              </a:ext>
            </a:extLst>
          </p:cNvPr>
          <p:cNvSpPr txBox="1"/>
          <p:nvPr/>
        </p:nvSpPr>
        <p:spPr>
          <a:xfrm>
            <a:off x="5390405" y="4620193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y-offset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6901D5-039C-65BE-878E-AF4B70A6193D}"/>
              </a:ext>
            </a:extLst>
          </p:cNvPr>
          <p:cNvCxnSpPr>
            <a:cxnSpLocks/>
          </p:cNvCxnSpPr>
          <p:nvPr/>
        </p:nvCxnSpPr>
        <p:spPr>
          <a:xfrm flipH="1">
            <a:off x="4771718" y="5423336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63A2E2-5D7F-C6D1-9C8C-F323ACD51D55}"/>
              </a:ext>
            </a:extLst>
          </p:cNvPr>
          <p:cNvSpPr txBox="1"/>
          <p:nvPr/>
        </p:nvSpPr>
        <p:spPr>
          <a:xfrm>
            <a:off x="5390405" y="5209031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slope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81D811-3965-4E16-31F1-FCE44D33D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356" y="1848101"/>
            <a:ext cx="4721444" cy="454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04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EECA-311F-1EB2-90DE-5EE8B634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C147-E293-1F18-DE64-88462032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5" y="2450193"/>
            <a:ext cx="25908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72517-E62F-88A3-CB53-DA336CEF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63" y="4620193"/>
            <a:ext cx="17653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A48137-2050-1B7D-0C33-DE095B8AC5A6}"/>
              </a:ext>
            </a:extLst>
          </p:cNvPr>
          <p:cNvCxnSpPr>
            <a:cxnSpLocks/>
          </p:cNvCxnSpPr>
          <p:nvPr/>
        </p:nvCxnSpPr>
        <p:spPr>
          <a:xfrm flipH="1">
            <a:off x="4771718" y="4834498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FBE4E-930B-C465-D29A-85FF69137F79}"/>
              </a:ext>
            </a:extLst>
          </p:cNvPr>
          <p:cNvSpPr txBox="1"/>
          <p:nvPr/>
        </p:nvSpPr>
        <p:spPr>
          <a:xfrm>
            <a:off x="5390405" y="4620193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y-offset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6901D5-039C-65BE-878E-AF4B70A6193D}"/>
              </a:ext>
            </a:extLst>
          </p:cNvPr>
          <p:cNvCxnSpPr>
            <a:cxnSpLocks/>
          </p:cNvCxnSpPr>
          <p:nvPr/>
        </p:nvCxnSpPr>
        <p:spPr>
          <a:xfrm flipH="1">
            <a:off x="4771718" y="5423336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63A2E2-5D7F-C6D1-9C8C-F323ACD51D55}"/>
              </a:ext>
            </a:extLst>
          </p:cNvPr>
          <p:cNvSpPr txBox="1"/>
          <p:nvPr/>
        </p:nvSpPr>
        <p:spPr>
          <a:xfrm>
            <a:off x="5390405" y="5209031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slope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81D811-3965-4E16-31F1-FCE44D33D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356" y="1848101"/>
            <a:ext cx="4721444" cy="45465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ABE675-24C0-A950-0869-A50E29497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56" y="1848101"/>
            <a:ext cx="4721444" cy="454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18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7B82C9C-5809-D425-E2CE-79A2EFA8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56" y="1848101"/>
            <a:ext cx="4721444" cy="454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EECA-311F-1EB2-90DE-5EE8B634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0C147-E293-1F18-DE64-88462032F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685" y="2450193"/>
            <a:ext cx="25908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72517-E62F-88A3-CB53-DA336CEF5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863" y="4620193"/>
            <a:ext cx="17653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A48137-2050-1B7D-0C33-DE095B8AC5A6}"/>
              </a:ext>
            </a:extLst>
          </p:cNvPr>
          <p:cNvCxnSpPr>
            <a:cxnSpLocks/>
          </p:cNvCxnSpPr>
          <p:nvPr/>
        </p:nvCxnSpPr>
        <p:spPr>
          <a:xfrm flipH="1">
            <a:off x="4771718" y="4834498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FBE4E-930B-C465-D29A-85FF69137F79}"/>
              </a:ext>
            </a:extLst>
          </p:cNvPr>
          <p:cNvSpPr txBox="1"/>
          <p:nvPr/>
        </p:nvSpPr>
        <p:spPr>
          <a:xfrm>
            <a:off x="5390405" y="4620193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y-offset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6901D5-039C-65BE-878E-AF4B70A6193D}"/>
              </a:ext>
            </a:extLst>
          </p:cNvPr>
          <p:cNvCxnSpPr>
            <a:cxnSpLocks/>
          </p:cNvCxnSpPr>
          <p:nvPr/>
        </p:nvCxnSpPr>
        <p:spPr>
          <a:xfrm flipH="1">
            <a:off x="4771718" y="5423336"/>
            <a:ext cx="573168" cy="0"/>
          </a:xfrm>
          <a:prstGeom prst="straightConnector1">
            <a:avLst/>
          </a:prstGeom>
          <a:ln>
            <a:solidFill>
              <a:srgbClr val="D183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63A2E2-5D7F-C6D1-9C8C-F323ACD51D55}"/>
              </a:ext>
            </a:extLst>
          </p:cNvPr>
          <p:cNvSpPr txBox="1"/>
          <p:nvPr/>
        </p:nvSpPr>
        <p:spPr>
          <a:xfrm>
            <a:off x="5390405" y="5209031"/>
            <a:ext cx="251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18362"/>
                </a:solidFill>
              </a:rPr>
              <a:t>slope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13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0F81433-EAFA-992A-66DB-D42A5A38B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training data</a:t>
            </a:r>
          </a:p>
        </p:txBody>
      </p:sp>
    </p:spTree>
    <p:extLst>
      <p:ext uri="{BB962C8B-B14F-4D97-AF65-F5344CB8AC3E}">
        <p14:creationId xmlns:p14="http://schemas.microsoft.com/office/powerpoint/2010/main" val="197398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0F81433-EAFA-992A-66DB-D42A5A38B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training data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38817D-3A15-56D7-736C-804D0D27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3E662-95CC-47AE-AFCC-E78AD11C4E38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ECF17-80B3-3630-8174-83677D052B48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“Least squares loss function”</a:t>
            </a:r>
          </a:p>
        </p:txBody>
      </p:sp>
    </p:spTree>
    <p:extLst>
      <p:ext uri="{BB962C8B-B14F-4D97-AF65-F5344CB8AC3E}">
        <p14:creationId xmlns:p14="http://schemas.microsoft.com/office/powerpoint/2010/main" val="2633051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EA4CE9C-EF53-36DF-E215-68B8FB54F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loss function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38817D-3A15-56D7-736C-804D0D27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3E662-95CC-47AE-AFCC-E78AD11C4E38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CA45B-9719-77F1-914F-FEE1F2D83B84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“Least squares loss function”</a:t>
            </a:r>
          </a:p>
        </p:txBody>
      </p:sp>
    </p:spTree>
    <p:extLst>
      <p:ext uri="{BB962C8B-B14F-4D97-AF65-F5344CB8AC3E}">
        <p14:creationId xmlns:p14="http://schemas.microsoft.com/office/powerpoint/2010/main" val="3082344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C092723-C5AA-8A31-0593-285986DCB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loss function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38817D-3A15-56D7-736C-804D0D27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3E662-95CC-47AE-AFCC-E78AD11C4E38}"/>
              </a:ext>
            </a:extLst>
          </p:cNvPr>
          <p:cNvSpPr txBox="1"/>
          <p:nvPr/>
        </p:nvSpPr>
        <p:spPr>
          <a:xfrm>
            <a:off x="7057719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function: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11D1FE-88EA-E926-1552-5C1F7BC33347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“Least squares loss function”</a:t>
            </a:r>
          </a:p>
        </p:txBody>
      </p:sp>
    </p:spTree>
    <p:extLst>
      <p:ext uri="{BB962C8B-B14F-4D97-AF65-F5344CB8AC3E}">
        <p14:creationId xmlns:p14="http://schemas.microsoft.com/office/powerpoint/2010/main" val="1514538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A41A-EA20-2DF6-D7ED-8DA8EBB6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1D Linear regression loss function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036811-2B0B-527C-BA1C-F0050E5C3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1" y="1598667"/>
            <a:ext cx="5116290" cy="49709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338817D-3A15-56D7-736C-804D0D27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73E662-95CC-47AE-AFCC-E78AD11C4E38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function: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742B1-76D5-2B70-CAF1-12992A6B79A7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“Least squares loss function”</a:t>
            </a:r>
          </a:p>
        </p:txBody>
      </p:sp>
    </p:spTree>
    <p:extLst>
      <p:ext uri="{BB962C8B-B14F-4D97-AF65-F5344CB8AC3E}">
        <p14:creationId xmlns:p14="http://schemas.microsoft.com/office/powerpoint/2010/main" val="3269736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C08596-495C-B86B-2184-D4A7E12B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loss function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364053-30FB-2A07-3D77-47C3145D3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056" y="3080660"/>
            <a:ext cx="4023920" cy="21417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7FB56F-898B-4863-E2CC-FCB904C49893}"/>
              </a:ext>
            </a:extLst>
          </p:cNvPr>
          <p:cNvSpPr txBox="1"/>
          <p:nvPr/>
        </p:nvSpPr>
        <p:spPr>
          <a:xfrm>
            <a:off x="7086595" y="2286000"/>
            <a:ext cx="264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function: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E3406-A07C-32D0-6BA2-46E73A005D6A}"/>
              </a:ext>
            </a:extLst>
          </p:cNvPr>
          <p:cNvSpPr txBox="1"/>
          <p:nvPr/>
        </p:nvSpPr>
        <p:spPr>
          <a:xfrm>
            <a:off x="6759724" y="5694348"/>
            <a:ext cx="4376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183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“Least squares loss function”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84B30A-44C2-B4AC-7ECE-E772BD1F45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94" y="1765738"/>
            <a:ext cx="4698082" cy="47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72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C08596-495C-B86B-2184-D4A7E12B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loss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FEED9-24E4-DB96-F976-337A0BA96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784" y="1998879"/>
            <a:ext cx="4218287" cy="40984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A48E98-67FD-767D-8162-20FC9C0837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94" y="1765738"/>
            <a:ext cx="4698082" cy="47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62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2B5CCD-991E-9EAE-9AEF-52657F2C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loss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89D845-8221-16EC-FFDA-20299EF74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784" y="1998879"/>
            <a:ext cx="4218287" cy="40984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F6D17D-C457-2ACE-81BC-FE4465D59C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94" y="1765738"/>
            <a:ext cx="4698082" cy="47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56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C08596-495C-B86B-2184-D4A7E12B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loss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36838-751B-ACA1-0133-681C509F4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784" y="1998879"/>
            <a:ext cx="4218287" cy="40984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E0D01A-4AA5-1FAA-8180-5E647C81D7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94" y="1765738"/>
            <a:ext cx="4698082" cy="472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81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C219DC5-5CD7-D425-E7AA-EE86297E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loss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2128E8-3098-17DD-1B7B-BE8C4CF6A4CF}"/>
              </a:ext>
            </a:extLst>
          </p:cNvPr>
          <p:cNvSpPr/>
          <p:nvPr/>
        </p:nvSpPr>
        <p:spPr>
          <a:xfrm>
            <a:off x="5879507" y="1768979"/>
            <a:ext cx="418743" cy="478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393113-3380-4032-DC28-FF22FA320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94" y="1424086"/>
            <a:ext cx="9825026" cy="506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23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AAD77ED-A813-E1E0-73A8-CB9A5D9F6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training</a:t>
            </a:r>
          </a:p>
        </p:txBody>
      </p:sp>
    </p:spTree>
    <p:extLst>
      <p:ext uri="{BB962C8B-B14F-4D97-AF65-F5344CB8AC3E}">
        <p14:creationId xmlns:p14="http://schemas.microsoft.com/office/powerpoint/2010/main" val="3668178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F2E499-1293-C825-AB14-10E6F7E39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training</a:t>
            </a:r>
          </a:p>
        </p:txBody>
      </p:sp>
    </p:spTree>
    <p:extLst>
      <p:ext uri="{BB962C8B-B14F-4D97-AF65-F5344CB8AC3E}">
        <p14:creationId xmlns:p14="http://schemas.microsoft.com/office/powerpoint/2010/main" val="429581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C0F00F-278B-1CC9-059B-79803CDBF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training</a:t>
            </a:r>
          </a:p>
        </p:txBody>
      </p:sp>
    </p:spTree>
    <p:extLst>
      <p:ext uri="{BB962C8B-B14F-4D97-AF65-F5344CB8AC3E}">
        <p14:creationId xmlns:p14="http://schemas.microsoft.com/office/powerpoint/2010/main" val="1604928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training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A9F0A3-A97A-7A6E-35F1-F96645D86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87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44AA-D01A-1767-77FE-CC5A7769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1D Linear regression training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E0E72-EFD0-C671-6900-0AD886836A4A}"/>
              </a:ext>
            </a:extLst>
          </p:cNvPr>
          <p:cNvSpPr txBox="1"/>
          <p:nvPr/>
        </p:nvSpPr>
        <p:spPr>
          <a:xfrm>
            <a:off x="3085032" y="6298250"/>
            <a:ext cx="522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technique is known as </a:t>
            </a:r>
            <a:r>
              <a:rPr lang="en-US" dirty="0">
                <a:solidFill>
                  <a:srgbClr val="D18362"/>
                </a:solidFill>
              </a:rPr>
              <a:t>gradient descent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68912-B40E-BE31-799D-544D4F79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5" y="1489306"/>
            <a:ext cx="8936279" cy="461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18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98E501E-9BA9-D5A8-6F39-CF745D3F3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762" y="1763485"/>
            <a:ext cx="11760009" cy="3385457"/>
          </a:xfr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C5D9178-00A1-271F-6142-6D81934C3299}"/>
              </a:ext>
            </a:extLst>
          </p:cNvPr>
          <p:cNvSpPr txBox="1">
            <a:spLocks/>
          </p:cNvSpPr>
          <p:nvPr/>
        </p:nvSpPr>
        <p:spPr>
          <a:xfrm>
            <a:off x="838200" y="5736771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regression problem (one output, real value)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C09EB54-C920-DB6F-2D47-91DAECB0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2407418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C7857-104C-A331-5ED2-DB2C76F8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0585B-9A34-4701-FEB6-EDBEC5E4A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735496"/>
            <a:ext cx="6713552" cy="4838024"/>
          </a:xfrm>
        </p:spPr>
        <p:txBody>
          <a:bodyPr anchor="t">
            <a:noAutofit/>
          </a:bodyPr>
          <a:lstStyle/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and Dimensionality</a:t>
            </a:r>
          </a:p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(or descriptors)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Measurable properties or characteristics of the data used to train ML models. They strongly influence model performance.</a:t>
            </a:r>
          </a:p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Predicting House Prices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features:</a:t>
            </a:r>
          </a:p>
          <a:p>
            <a:pPr lvl="1"/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 of the house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(square feet/meters)</a:t>
            </a:r>
          </a:p>
          <a:p>
            <a:pPr lvl="1"/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bedrooms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(neighbourhood, proximity to amenities)</a:t>
            </a:r>
          </a:p>
          <a:p>
            <a:pPr lvl="1"/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of the property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 size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Dimensionality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number of input features in a dataset. In this example, dimensionality =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 descr="Thumbnail Image Schematic representation of a machine learning model that uses the following five features: Size of the house, Number of bedrooms, Location, Age of the property, The total area of the property">
            <a:extLst>
              <a:ext uri="{FF2B5EF4-FFF2-40B4-BE49-F238E27FC236}">
                <a16:creationId xmlns:a16="http://schemas.microsoft.com/office/drawing/2014/main" id="{1BFCA926-E0DB-61D3-2A91-6340772D0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" r="-3" b="-3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678BB73-30DE-6885-AC74-ED82A801B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terminology</a:t>
            </a:r>
          </a:p>
        </p:txBody>
      </p:sp>
    </p:spTree>
    <p:extLst>
      <p:ext uri="{BB962C8B-B14F-4D97-AF65-F5344CB8AC3E}">
        <p14:creationId xmlns:p14="http://schemas.microsoft.com/office/powerpoint/2010/main" val="4079532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0BFB-645B-218C-F7C4-6E1B5CAF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FD31B9B-39E8-7CEE-EA55-CD9139783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notebook: House Price Prediction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59C76AC-1950-D454-B0E1-CC6B5527B46F}"/>
              </a:ext>
            </a:extLst>
          </p:cNvPr>
          <p:cNvSpPr txBox="1">
            <a:spLocks/>
          </p:cNvSpPr>
          <p:nvPr/>
        </p:nvSpPr>
        <p:spPr>
          <a:xfrm>
            <a:off x="446943" y="2714018"/>
            <a:ext cx="11298114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hlinkClick r:id="rId2"/>
              </a:rPr>
              <a:t>https://github.com/ditommas/IT-Literacy-Project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hlinkClick r:id="rId3"/>
              </a:rPr>
              <a:t>https://github.com/ditommas/IT-Literacy-Project/tree/main/01_house_prices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2409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F1FF-FA82-2516-E69C-CA1825FC26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QMUL COMP-TEACH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E944C-3A03-A425-43AB-75C6CA14AC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hlinkClick r:id="rId2"/>
              </a:rPr>
              <a:t>https://hub.comp-teach.qmul.ac.uk/</a:t>
            </a:r>
            <a:r>
              <a:rPr lang="en-GB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3711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BBCFF9-02E0-E467-A6A5-66F68D6FB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8" y="0"/>
            <a:ext cx="120193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37523A-05A4-6036-C7D2-7DDB4D41E17D}"/>
              </a:ext>
            </a:extLst>
          </p:cNvPr>
          <p:cNvSpPr txBox="1"/>
          <p:nvPr/>
        </p:nvSpPr>
        <p:spPr>
          <a:xfrm>
            <a:off x="1666875" y="4324350"/>
            <a:ext cx="273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QMUL username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D35C5-E67D-FF75-C235-C589178AA320}"/>
              </a:ext>
            </a:extLst>
          </p:cNvPr>
          <p:cNvSpPr txBox="1"/>
          <p:nvPr/>
        </p:nvSpPr>
        <p:spPr>
          <a:xfrm>
            <a:off x="1666875" y="5119687"/>
            <a:ext cx="273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QMUL password</a:t>
            </a:r>
          </a:p>
        </p:txBody>
      </p:sp>
    </p:spTree>
    <p:extLst>
      <p:ext uri="{BB962C8B-B14F-4D97-AF65-F5344CB8AC3E}">
        <p14:creationId xmlns:p14="http://schemas.microsoft.com/office/powerpoint/2010/main" val="38883674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Queen Mary University of London&#10;&#10;AI-generated content may be incorrect.">
            <a:extLst>
              <a:ext uri="{FF2B5EF4-FFF2-40B4-BE49-F238E27FC236}">
                <a16:creationId xmlns:a16="http://schemas.microsoft.com/office/drawing/2014/main" id="{58600CB4-D6B8-921C-17AF-FB8042CC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31"/>
          <a:stretch>
            <a:fillRect/>
          </a:stretch>
        </p:blipFill>
        <p:spPr>
          <a:xfrm>
            <a:off x="609599" y="0"/>
            <a:ext cx="10972801" cy="656785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177249-1205-5F27-93AE-8C1A654912AF}"/>
              </a:ext>
            </a:extLst>
          </p:cNvPr>
          <p:cNvCxnSpPr/>
          <p:nvPr/>
        </p:nvCxnSpPr>
        <p:spPr>
          <a:xfrm>
            <a:off x="1573091" y="5977304"/>
            <a:ext cx="1819275" cy="0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213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displays a web page with a list of academic departments and projects, including the Al Literacy Project and a Virtual Desktop, on the Queen Mary University of London website.&#10;&#10;AI-generated content may be incorrect.">
            <a:extLst>
              <a:ext uri="{FF2B5EF4-FFF2-40B4-BE49-F238E27FC236}">
                <a16:creationId xmlns:a16="http://schemas.microsoft.com/office/drawing/2014/main" id="{B0B6C8BD-4E76-2355-2A59-B528B8C9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564"/>
          <a:stretch>
            <a:fillRect/>
          </a:stretch>
        </p:blipFill>
        <p:spPr>
          <a:xfrm>
            <a:off x="609599" y="0"/>
            <a:ext cx="10972801" cy="599635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CFD2A35-7396-92BF-81B8-3CE9144D236F}"/>
              </a:ext>
            </a:extLst>
          </p:cNvPr>
          <p:cNvCxnSpPr/>
          <p:nvPr/>
        </p:nvCxnSpPr>
        <p:spPr>
          <a:xfrm>
            <a:off x="1467583" y="3831981"/>
            <a:ext cx="1819275" cy="0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1E370854-F533-DDBA-2C16-566A1466F2F8}"/>
              </a:ext>
            </a:extLst>
          </p:cNvPr>
          <p:cNvSpPr txBox="1">
            <a:spLocks/>
          </p:cNvSpPr>
          <p:nvPr/>
        </p:nvSpPr>
        <p:spPr>
          <a:xfrm>
            <a:off x="985836" y="5264947"/>
            <a:ext cx="2114550" cy="45560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Scroll down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11A60200-406A-ACA9-139E-9A7019515DAE}"/>
              </a:ext>
            </a:extLst>
          </p:cNvPr>
          <p:cNvSpPr/>
          <p:nvPr/>
        </p:nvSpPr>
        <p:spPr>
          <a:xfrm>
            <a:off x="1781174" y="5720556"/>
            <a:ext cx="523875" cy="9810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3480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A39D6-A017-A2DE-8D9B-02970BD1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292"/>
            <a:ext cx="12192000" cy="649141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0207FD2-D9D3-09D7-CD5A-099115DD5751}"/>
              </a:ext>
            </a:extLst>
          </p:cNvPr>
          <p:cNvCxnSpPr/>
          <p:nvPr/>
        </p:nvCxnSpPr>
        <p:spPr>
          <a:xfrm>
            <a:off x="228600" y="5648325"/>
            <a:ext cx="1819275" cy="0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2879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1B82A1-A188-BC25-35F6-74F3C78A7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8201EF-CA6D-543E-F104-5DF73CE60A86}"/>
              </a:ext>
            </a:extLst>
          </p:cNvPr>
          <p:cNvCxnSpPr>
            <a:cxnSpLocks/>
          </p:cNvCxnSpPr>
          <p:nvPr/>
        </p:nvCxnSpPr>
        <p:spPr>
          <a:xfrm flipH="1">
            <a:off x="5037992" y="2442802"/>
            <a:ext cx="1520391" cy="0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27DDFCEF-9FC5-D47D-8A3E-46B901DBA057}"/>
              </a:ext>
            </a:extLst>
          </p:cNvPr>
          <p:cNvSpPr txBox="1">
            <a:spLocks/>
          </p:cNvSpPr>
          <p:nvPr/>
        </p:nvSpPr>
        <p:spPr>
          <a:xfrm>
            <a:off x="6558382" y="2290800"/>
            <a:ext cx="2981271" cy="30400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/>
              <a:t>To open a </a:t>
            </a:r>
            <a:r>
              <a:rPr lang="en-GB" sz="1800" dirty="0" err="1"/>
              <a:t>Jupyter</a:t>
            </a:r>
            <a:r>
              <a:rPr lang="en-GB" sz="1800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2280368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F09D0AA4-C38E-9ACC-50D5-1C96A4C46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762" y="1763485"/>
            <a:ext cx="11760009" cy="338545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049047-33E6-8801-3C23-5F8DCF59CC05}"/>
              </a:ext>
            </a:extLst>
          </p:cNvPr>
          <p:cNvSpPr txBox="1">
            <a:spLocks/>
          </p:cNvSpPr>
          <p:nvPr/>
        </p:nvSpPr>
        <p:spPr>
          <a:xfrm>
            <a:off x="838200" y="5736771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 classification problem (two discrete classes)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network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8A7EAC-91B3-3627-DE6F-810416C1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1545966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949B07A7-1CE9-4940-08E7-A3A46C4279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762" y="1763485"/>
            <a:ext cx="11760009" cy="338545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0382F4-E3AE-6AC9-CAF8-78B29B26B884}"/>
              </a:ext>
            </a:extLst>
          </p:cNvPr>
          <p:cNvSpPr txBox="1">
            <a:spLocks/>
          </p:cNvSpPr>
          <p:nvPr/>
        </p:nvSpPr>
        <p:spPr>
          <a:xfrm>
            <a:off x="838200" y="5736771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Multiclass classification problem (discrete classes, &gt;2 possible values)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Recurrent neural network (RNN)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3731F4-9539-91CB-612F-FD04B6BA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Music genre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6731212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60B05B16-998D-5DF3-5B64-9B83A722D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762" y="1763485"/>
            <a:ext cx="11760009" cy="338545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2B718A-BF55-0797-B21D-A1B2A7E61BB3}"/>
              </a:ext>
            </a:extLst>
          </p:cNvPr>
          <p:cNvSpPr txBox="1">
            <a:spLocks/>
          </p:cNvSpPr>
          <p:nvPr/>
        </p:nvSpPr>
        <p:spPr>
          <a:xfrm>
            <a:off x="838200" y="5736771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Multiclass classification problem (discrete classes, &gt;2 possible classes)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network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F1002C-9B0E-0690-CE22-0849F991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089961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93740BD-6289-692C-981C-894DDC3E5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762" y="1763485"/>
            <a:ext cx="11760009" cy="338545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F98C29-66DB-458A-FB2B-D979B08E0F20}"/>
              </a:ext>
            </a:extLst>
          </p:cNvPr>
          <p:cNvSpPr txBox="1">
            <a:spLocks/>
          </p:cNvSpPr>
          <p:nvPr/>
        </p:nvSpPr>
        <p:spPr>
          <a:xfrm>
            <a:off x="838200" y="5736771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regression problem (&gt;1 output, real value)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neural network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2F31F95-C44E-7F7D-2F31-4F5814D63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regression</a:t>
            </a:r>
          </a:p>
        </p:txBody>
      </p:sp>
    </p:spTree>
    <p:extLst>
      <p:ext uri="{BB962C8B-B14F-4D97-AF65-F5344CB8AC3E}">
        <p14:creationId xmlns:p14="http://schemas.microsoft.com/office/powerpoint/2010/main" val="2999499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7A2B4-B395-1900-BA6A-4B5FBB9F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1EDDE-EFD0-A96F-D948-47D5A298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4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property relationships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20D9-9D64-4011-13BC-6EC756E4F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the emphasis  on the relationship between </a:t>
            </a: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materials chemistry, the adoption of ML by chemists is natural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80B41-8564-25C0-1DF8-74EAC8EDD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13893"/>
            <a:ext cx="5458968" cy="36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20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545D-42C7-2AA2-861A-015F0335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F83F-B162-C477-FB35-63B9D3B6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908" y="105348"/>
            <a:ext cx="7141465" cy="1481328"/>
          </a:xfrm>
        </p:spPr>
        <p:txBody>
          <a:bodyPr anchor="b">
            <a:normAutofit/>
          </a:bodyPr>
          <a:lstStyle/>
          <a:p>
            <a:br>
              <a:rPr lang="en-GB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Representations of Molecules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5A934-507A-231B-B09B-1A2DAF278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6" y="2828390"/>
            <a:ext cx="5458968" cy="346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052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027EA-1723-3129-DC06-1B687966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CB5D4A-F655-6A9A-0A93-A071A928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4605"/>
            <a:ext cx="10515600" cy="4824796"/>
          </a:xfrm>
        </p:spPr>
        <p:txBody>
          <a:bodyPr>
            <a:noAutofit/>
          </a:bodyPr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Introduced by Weininger (1988)</a:t>
            </a:r>
          </a:p>
          <a:p>
            <a:pPr marL="457200" lvl="1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to meet the needs of modern chemical information processing</a:t>
            </a:r>
          </a:p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</a:t>
            </a:r>
          </a:p>
          <a:p>
            <a:pPr marL="457200" lvl="1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Minimal and natural grammar</a:t>
            </a:r>
          </a:p>
          <a:p>
            <a:pPr marL="457200" lvl="1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compact, human-readable representation of molecules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SMILES is the de facto standard representation in cheminformatics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1888F1-ED9F-BE57-5F3C-380A4C8577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Representations of Molecules (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SMILES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92507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21895-0858-F6A8-38E8-BDC04D7B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8005E60-492C-B2C7-5BB3-55057128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363694"/>
            <a:ext cx="1199388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SMILES to Molecular Descriptors with </a:t>
            </a:r>
            <a:r>
              <a:rPr lang="en-GB" sz="40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RDKit</a:t>
            </a:r>
            <a:br>
              <a:rPr lang="en-GB" sz="3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2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(Molecular descriptors = numerical features representing molecular properties)</a:t>
            </a:r>
            <a:endParaRPr lang="en-GB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Benzene [for Spectrophotometry]">
            <a:extLst>
              <a:ext uri="{FF2B5EF4-FFF2-40B4-BE49-F238E27FC236}">
                <a16:creationId xmlns:a16="http://schemas.microsoft.com/office/drawing/2014/main" id="{CEE09570-8BC6-FCE6-90C9-1C10A2D37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864" y="2743200"/>
            <a:ext cx="2791850" cy="279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EE5324-6BAE-5119-2DA3-D0375BA06030}"/>
              </a:ext>
            </a:extLst>
          </p:cNvPr>
          <p:cNvGraphicFramePr>
            <a:graphicFrameLocks noGrp="1"/>
          </p:cNvGraphicFramePr>
          <p:nvPr/>
        </p:nvGraphicFramePr>
        <p:xfrm>
          <a:off x="7000875" y="1689257"/>
          <a:ext cx="4663440" cy="447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>
                  <a:extLst>
                    <a:ext uri="{9D8B030D-6E8A-4147-A177-3AD203B41FA5}">
                      <a16:colId xmlns:a16="http://schemas.microsoft.com/office/drawing/2014/main" val="423951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Descriptors from </a:t>
                      </a:r>
                      <a:r>
                        <a:rPr lang="en-GB" sz="200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RDKit</a:t>
                      </a:r>
                      <a:endParaRPr lang="en-GB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02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MolWt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552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ExactMolWt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12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HeavyAtomCount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78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HeavyAtomMolWt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199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NHOH Count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630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NumHAcceptors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22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NumHDonors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591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NumHeteroatoms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306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NumRotatableBonds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3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NumValenceElectrons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319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NumAmineBonds</a:t>
                      </a:r>
                      <a:endParaRPr lang="en-GB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0580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2D2A926-F10D-7C5E-BB18-694C89E7000D}"/>
              </a:ext>
            </a:extLst>
          </p:cNvPr>
          <p:cNvSpPr txBox="1"/>
          <p:nvPr/>
        </p:nvSpPr>
        <p:spPr>
          <a:xfrm>
            <a:off x="251460" y="5940425"/>
            <a:ext cx="6134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https://www.rdkit.org/docs/GettingStartedInPython.html</a:t>
            </a:r>
            <a:r>
              <a:rPr lang="en-GB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58791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8527D-154D-6113-BB5F-05924A25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8BD2089-6E4B-EFC3-49C5-8C00671AA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notebook: SMILES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F6FE737-A662-3684-63D4-EB5F2CA98DAC}"/>
              </a:ext>
            </a:extLst>
          </p:cNvPr>
          <p:cNvSpPr txBox="1">
            <a:spLocks/>
          </p:cNvSpPr>
          <p:nvPr/>
        </p:nvSpPr>
        <p:spPr>
          <a:xfrm>
            <a:off x="446943" y="2714018"/>
            <a:ext cx="1129811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hlinkClick r:id="rId2"/>
              </a:rPr>
              <a:t>https://github.com/ditommas/IT-Literacy-Project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hlinkClick r:id="rId3"/>
              </a:rPr>
              <a:t>https://github.com/ditommas/IT-Literacy-Project/tree/main/02_smiles</a:t>
            </a:r>
            <a:r>
              <a:rPr lang="en-GB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338519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B972-8F18-BD39-BD51-2ECC6460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C7666A1-C3DC-7B0A-F797-E0D231A6C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363694"/>
            <a:ext cx="11993880" cy="1663226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Molecular Fingerprints</a:t>
            </a:r>
            <a:b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200" dirty="0"/>
              <a:t>(</a:t>
            </a:r>
            <a:r>
              <a:rPr lang="en-GB" sz="3200" i="1" dirty="0"/>
              <a:t>computer-readable representations of molecules as binary vectors</a:t>
            </a:r>
            <a:r>
              <a:rPr lang="en-GB" sz="3200" b="1" dirty="0"/>
              <a:t>)</a:t>
            </a:r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A6731D-93F8-7FD3-74AC-2603240C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14" t="12407" r="20504" b="47123"/>
          <a:stretch/>
        </p:blipFill>
        <p:spPr>
          <a:xfrm>
            <a:off x="6643242" y="2551416"/>
            <a:ext cx="5140448" cy="2880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50814D-E139-B6B9-05D0-734322BDC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2026920"/>
            <a:ext cx="6219692" cy="3928993"/>
          </a:xfrm>
        </p:spPr>
        <p:txBody>
          <a:bodyPr>
            <a:no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fixed-length vector (e.g., 1024 or 2048 bits)</a:t>
            </a:r>
          </a:p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Encoding: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bit represents a chemical feature: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Atom environments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Bond connectivity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groups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Topological paths or circular neighbourhoods</a:t>
            </a:r>
          </a:p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Path-based fingerprints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RDKit’s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RDKFingerprint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Circular fingerprints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Morgan/ECFP)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Substructure fingerprints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MACCS keys)</a:t>
            </a:r>
          </a:p>
        </p:txBody>
      </p:sp>
    </p:spTree>
    <p:extLst>
      <p:ext uri="{BB962C8B-B14F-4D97-AF65-F5344CB8AC3E}">
        <p14:creationId xmlns:p14="http://schemas.microsoft.com/office/powerpoint/2010/main" val="40269567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3B08-9A0F-6424-FD3B-3C2658E7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05F8A81-5443-1F50-4103-14B920D1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notebook: Fingerprints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6409E88-559B-48D9-9646-28D974514B16}"/>
              </a:ext>
            </a:extLst>
          </p:cNvPr>
          <p:cNvSpPr txBox="1">
            <a:spLocks/>
          </p:cNvSpPr>
          <p:nvPr/>
        </p:nvSpPr>
        <p:spPr>
          <a:xfrm>
            <a:off x="446943" y="2714018"/>
            <a:ext cx="11298114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hlinkClick r:id="rId2"/>
              </a:rPr>
              <a:t>https://github.com/ditommas/IT-Literacy-Project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hlinkClick r:id="rId3"/>
              </a:rPr>
              <a:t>https://github.com/ditommas/IT-Literacy-Project/tree/main/03_fingerprints</a:t>
            </a:r>
            <a:r>
              <a:rPr lang="en-GB" dirty="0"/>
              <a:t> 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8288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AB60-F9E0-49AB-220E-412667F5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05C3F0-C5F0-AC0D-D8C4-3641CFD1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 notebook: ML in chemistry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EA5FB05-8D1C-EF52-9D91-4A74DA57046E}"/>
              </a:ext>
            </a:extLst>
          </p:cNvPr>
          <p:cNvSpPr txBox="1">
            <a:spLocks/>
          </p:cNvSpPr>
          <p:nvPr/>
        </p:nvSpPr>
        <p:spPr>
          <a:xfrm>
            <a:off x="57152" y="2722809"/>
            <a:ext cx="12090888" cy="3053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hlinkClick r:id="rId2"/>
              </a:rPr>
              <a:t>https://github.com/ditommas/IT-Literacy-Project</a:t>
            </a:r>
            <a:endParaRPr lang="en-GB" dirty="0"/>
          </a:p>
          <a:p>
            <a:pPr marL="0" indent="0">
              <a:buNone/>
            </a:pPr>
            <a:endParaRPr lang="en-GB" dirty="0">
              <a:hlinkClick r:id="rId3"/>
            </a:endParaRPr>
          </a:p>
          <a:p>
            <a:pPr marL="0" indent="0">
              <a:buNone/>
            </a:pPr>
            <a:r>
              <a:rPr lang="en-GB" dirty="0">
                <a:hlinkClick r:id="rId3"/>
              </a:rPr>
              <a:t>https://github.com/ditommas/IT-Literacy-Project/tree/main/04_ml_chemistry</a:t>
            </a:r>
            <a:r>
              <a:rPr lang="en-GB" dirty="0"/>
              <a:t> 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QM9 dataset:</a:t>
            </a:r>
          </a:p>
          <a:p>
            <a:pPr marL="0" indent="0">
              <a:buNone/>
            </a:pPr>
            <a:r>
              <a:rPr lang="en-GB" dirty="0">
                <a:hlinkClick r:id="rId4"/>
              </a:rPr>
              <a:t>https://moleculenet.org/datasets-1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02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69df091-b013-40e3-86ee-bd9cb9e25814}" enabled="0" method="" siteId="{569df091-b013-40e3-86ee-bd9cb9e258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Microsoft Office PowerPoint</Application>
  <PresentationFormat>Widescreen</PresentationFormat>
  <Paragraphs>203</Paragraphs>
  <Slides>53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Aptos Display</vt:lpstr>
      <vt:lpstr>Arial</vt:lpstr>
      <vt:lpstr>Calibri</vt:lpstr>
      <vt:lpstr>Wingdings</vt:lpstr>
      <vt:lpstr>Office Theme</vt:lpstr>
      <vt:lpstr>AI Literacy Project   Taster Day — Queen Mary University of London</vt:lpstr>
      <vt:lpstr>PowerPoint Presentation</vt:lpstr>
      <vt:lpstr>QMUL COMP-TEACH</vt:lpstr>
      <vt:lpstr>Jupyter notebooks</vt:lpstr>
      <vt:lpstr>Today’s activities</vt:lpstr>
      <vt:lpstr>Overview of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Supervised learning</vt:lpstr>
      <vt:lpstr>What is a supervised learning model?</vt:lpstr>
      <vt:lpstr>Example: 1D Linear regression model</vt:lpstr>
      <vt:lpstr>Example: 1D Linear regression model</vt:lpstr>
      <vt:lpstr>Example: 1D Linear regression model</vt:lpstr>
      <vt:lpstr>Example: 1D Linear regression model</vt:lpstr>
      <vt:lpstr>Example: 1D Linear regression training data</vt:lpstr>
      <vt:lpstr>Example: 1D Linear regression training data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loss function</vt:lpstr>
      <vt:lpstr>Example: 1D Linear regression training</vt:lpstr>
      <vt:lpstr>Example: 1D Linear regression training</vt:lpstr>
      <vt:lpstr>Example: 1D Linear regression training</vt:lpstr>
      <vt:lpstr>Example: 1D Linear regression training</vt:lpstr>
      <vt:lpstr>Example: 1D Linear regression training</vt:lpstr>
      <vt:lpstr>Regression</vt:lpstr>
      <vt:lpstr>Machine Learning terminology</vt:lpstr>
      <vt:lpstr>Jupyter notebook: House Price Prediction</vt:lpstr>
      <vt:lpstr>QMUL COMP-TEACH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Text classification</vt:lpstr>
      <vt:lpstr>Music genre classification</vt:lpstr>
      <vt:lpstr>Image classification</vt:lpstr>
      <vt:lpstr>Graph regression</vt:lpstr>
      <vt:lpstr>Structure property relationships</vt:lpstr>
      <vt:lpstr> Representations of Molecules</vt:lpstr>
      <vt:lpstr>PowerPoint Presentation</vt:lpstr>
      <vt:lpstr>From SMILES to Molecular Descriptors with RDKit (Molecular descriptors = numerical features representing molecular properties)</vt:lpstr>
      <vt:lpstr>Jupyter notebook: SMILES</vt:lpstr>
      <vt:lpstr>Molecular Fingerprints (computer-readable representations of molecules as binary vectors)</vt:lpstr>
      <vt:lpstr>Jupyter notebook: Fingerprints</vt:lpstr>
      <vt:lpstr>Jupyter notebook: ML in chemistry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Devis Di Tommaso</dc:creator>
  <cp:lastModifiedBy>Devis Di Tommaso</cp:lastModifiedBy>
  <cp:revision>14</cp:revision>
  <dcterms:created xsi:type="dcterms:W3CDTF">2024-11-16T10:45:17Z</dcterms:created>
  <dcterms:modified xsi:type="dcterms:W3CDTF">2026-05-04T09:23:58Z</dcterms:modified>
</cp:coreProperties>
</file>